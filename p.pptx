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 id="269" r:id="rId11"/>
    <p:sldId id="266" r:id="rId12"/>
    <p:sldId id="272" r:id="rId13"/>
    <p:sldId id="270" r:id="rId14"/>
    <p:sldId id="271" r:id="rId15"/>
    <p:sldId id="273" r:id="rId16"/>
    <p:sldId id="274" r:id="rId17"/>
    <p:sldId id="275" r:id="rId18"/>
    <p:sldId id="276" r:id="rId19"/>
    <p:sldId id="267" r:id="rId20"/>
    <p:sldId id="277" r:id="rId21"/>
    <p:sldId id="278" r:id="rId22"/>
    <p:sldId id="279" r:id="rId23"/>
    <p:sldId id="280" r:id="rId24"/>
    <p:sldId id="26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5033" autoAdjust="0"/>
  </p:normalViewPr>
  <p:slideViewPr>
    <p:cSldViewPr snapToGrid="0">
      <p:cViewPr varScale="1">
        <p:scale>
          <a:sx n="82" d="100"/>
          <a:sy n="82" d="100"/>
        </p:scale>
        <p:origin x="87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MOD KUMAR JENA" userId="f832f29282d5c05b" providerId="LiveId" clId="{AC7498AF-E63A-4B65-9293-4912EA62F9D3}"/>
    <pc:docChg chg="undo custSel addSld delSld modSld sldOrd">
      <pc:chgData name="PRAMOD KUMAR JENA" userId="f832f29282d5c05b" providerId="LiveId" clId="{AC7498AF-E63A-4B65-9293-4912EA62F9D3}" dt="2026-06-25T12:35:28.916" v="1544" actId="1076"/>
      <pc:docMkLst>
        <pc:docMk/>
      </pc:docMkLst>
      <pc:sldChg chg="modSp mod">
        <pc:chgData name="PRAMOD KUMAR JENA" userId="f832f29282d5c05b" providerId="LiveId" clId="{AC7498AF-E63A-4B65-9293-4912EA62F9D3}" dt="2026-06-08T03:09:51.789" v="183" actId="20577"/>
        <pc:sldMkLst>
          <pc:docMk/>
          <pc:sldMk cId="363227874" sldId="256"/>
        </pc:sldMkLst>
        <pc:spChg chg="mod">
          <ac:chgData name="PRAMOD KUMAR JENA" userId="f832f29282d5c05b" providerId="LiveId" clId="{AC7498AF-E63A-4B65-9293-4912EA62F9D3}" dt="2026-06-03T19:38:28.576" v="0" actId="20577"/>
          <ac:spMkLst>
            <pc:docMk/>
            <pc:sldMk cId="363227874" sldId="256"/>
            <ac:spMk id="5" creationId="{522F7769-61D3-A748-F4E3-7FA5A1CAE76E}"/>
          </ac:spMkLst>
        </pc:spChg>
        <pc:spChg chg="mod">
          <ac:chgData name="PRAMOD KUMAR JENA" userId="f832f29282d5c05b" providerId="LiveId" clId="{AC7498AF-E63A-4B65-9293-4912EA62F9D3}" dt="2026-06-08T03:09:51.789" v="183" actId="20577"/>
          <ac:spMkLst>
            <pc:docMk/>
            <pc:sldMk cId="363227874" sldId="256"/>
            <ac:spMk id="6" creationId="{73DB1E60-895E-B7A2-55D0-2587332A7513}"/>
          </ac:spMkLst>
        </pc:spChg>
      </pc:sldChg>
      <pc:sldChg chg="modSp mod">
        <pc:chgData name="PRAMOD KUMAR JENA" userId="f832f29282d5c05b" providerId="LiveId" clId="{AC7498AF-E63A-4B65-9293-4912EA62F9D3}" dt="2026-06-04T03:03:17.304" v="78" actId="20577"/>
        <pc:sldMkLst>
          <pc:docMk/>
          <pc:sldMk cId="1842767546" sldId="257"/>
        </pc:sldMkLst>
        <pc:spChg chg="mod">
          <ac:chgData name="PRAMOD KUMAR JENA" userId="f832f29282d5c05b" providerId="LiveId" clId="{AC7498AF-E63A-4B65-9293-4912EA62F9D3}" dt="2026-06-03T19:40:03.093" v="2" actId="113"/>
          <ac:spMkLst>
            <pc:docMk/>
            <pc:sldMk cId="1842767546" sldId="257"/>
            <ac:spMk id="2" creationId="{61D6D779-BBB6-7943-7442-59587F33A262}"/>
          </ac:spMkLst>
        </pc:spChg>
        <pc:spChg chg="mod">
          <ac:chgData name="PRAMOD KUMAR JENA" userId="f832f29282d5c05b" providerId="LiveId" clId="{AC7498AF-E63A-4B65-9293-4912EA62F9D3}" dt="2026-06-04T03:03:17.304" v="78" actId="20577"/>
          <ac:spMkLst>
            <pc:docMk/>
            <pc:sldMk cId="1842767546" sldId="257"/>
            <ac:spMk id="3" creationId="{3945769C-2669-CF14-2861-1584F2009BAA}"/>
          </ac:spMkLst>
        </pc:spChg>
      </pc:sldChg>
      <pc:sldChg chg="modSp mod">
        <pc:chgData name="PRAMOD KUMAR JENA" userId="f832f29282d5c05b" providerId="LiveId" clId="{AC7498AF-E63A-4B65-9293-4912EA62F9D3}" dt="2026-06-08T03:18:23.503" v="186" actId="1076"/>
        <pc:sldMkLst>
          <pc:docMk/>
          <pc:sldMk cId="2228643209" sldId="258"/>
        </pc:sldMkLst>
        <pc:spChg chg="mod">
          <ac:chgData name="PRAMOD KUMAR JENA" userId="f832f29282d5c05b" providerId="LiveId" clId="{AC7498AF-E63A-4B65-9293-4912EA62F9D3}" dt="2026-06-08T03:18:12.824" v="184" actId="1076"/>
          <ac:spMkLst>
            <pc:docMk/>
            <pc:sldMk cId="2228643209" sldId="258"/>
            <ac:spMk id="2" creationId="{41C86223-D497-997F-ECC0-AD2CCA698E87}"/>
          </ac:spMkLst>
        </pc:spChg>
        <pc:spChg chg="mod">
          <ac:chgData name="PRAMOD KUMAR JENA" userId="f832f29282d5c05b" providerId="LiveId" clId="{AC7498AF-E63A-4B65-9293-4912EA62F9D3}" dt="2026-06-08T03:18:23.503" v="186" actId="1076"/>
          <ac:spMkLst>
            <pc:docMk/>
            <pc:sldMk cId="2228643209" sldId="258"/>
            <ac:spMk id="3" creationId="{54312B72-7381-4CE5-D726-D4095002B64A}"/>
          </ac:spMkLst>
        </pc:spChg>
      </pc:sldChg>
      <pc:sldChg chg="modSp mod">
        <pc:chgData name="PRAMOD KUMAR JENA" userId="f832f29282d5c05b" providerId="LiveId" clId="{AC7498AF-E63A-4B65-9293-4912EA62F9D3}" dt="2026-06-17T04:12:29.617" v="773" actId="115"/>
        <pc:sldMkLst>
          <pc:docMk/>
          <pc:sldMk cId="3191105049" sldId="259"/>
        </pc:sldMkLst>
        <pc:spChg chg="mod">
          <ac:chgData name="PRAMOD KUMAR JENA" userId="f832f29282d5c05b" providerId="LiveId" clId="{AC7498AF-E63A-4B65-9293-4912EA62F9D3}" dt="2026-06-17T04:12:29.617" v="773" actId="115"/>
          <ac:spMkLst>
            <pc:docMk/>
            <pc:sldMk cId="3191105049" sldId="259"/>
            <ac:spMk id="2" creationId="{70C37E81-E67D-A819-D307-559FB7A1A17C}"/>
          </ac:spMkLst>
        </pc:spChg>
      </pc:sldChg>
      <pc:sldChg chg="modSp mod">
        <pc:chgData name="PRAMOD KUMAR JENA" userId="f832f29282d5c05b" providerId="LiveId" clId="{AC7498AF-E63A-4B65-9293-4912EA62F9D3}" dt="2026-06-04T03:00:02.886" v="59" actId="403"/>
        <pc:sldMkLst>
          <pc:docMk/>
          <pc:sldMk cId="1355999932" sldId="260"/>
        </pc:sldMkLst>
        <pc:spChg chg="mod">
          <ac:chgData name="PRAMOD KUMAR JENA" userId="f832f29282d5c05b" providerId="LiveId" clId="{AC7498AF-E63A-4B65-9293-4912EA62F9D3}" dt="2026-06-04T03:00:02.886" v="59" actId="403"/>
          <ac:spMkLst>
            <pc:docMk/>
            <pc:sldMk cId="1355999932" sldId="260"/>
            <ac:spMk id="2" creationId="{A0FD2E7D-ADA0-A158-578F-448BA533800B}"/>
          </ac:spMkLst>
        </pc:spChg>
      </pc:sldChg>
      <pc:sldChg chg="modSp mod">
        <pc:chgData name="PRAMOD KUMAR JENA" userId="f832f29282d5c05b" providerId="LiveId" clId="{AC7498AF-E63A-4B65-9293-4912EA62F9D3}" dt="2026-06-04T03:00:50.478" v="66" actId="403"/>
        <pc:sldMkLst>
          <pc:docMk/>
          <pc:sldMk cId="1322292994" sldId="261"/>
        </pc:sldMkLst>
        <pc:spChg chg="mod">
          <ac:chgData name="PRAMOD KUMAR JENA" userId="f832f29282d5c05b" providerId="LiveId" clId="{AC7498AF-E63A-4B65-9293-4912EA62F9D3}" dt="2026-06-04T03:00:50.478" v="66" actId="403"/>
          <ac:spMkLst>
            <pc:docMk/>
            <pc:sldMk cId="1322292994" sldId="261"/>
            <ac:spMk id="2" creationId="{9A3086E6-0C3B-BE6B-1AF0-85A29593D031}"/>
          </ac:spMkLst>
        </pc:spChg>
      </pc:sldChg>
      <pc:sldChg chg="delSp modSp mod">
        <pc:chgData name="PRAMOD KUMAR JENA" userId="f832f29282d5c05b" providerId="LiveId" clId="{AC7498AF-E63A-4B65-9293-4912EA62F9D3}" dt="2026-06-19T07:24:35.677" v="836" actId="20577"/>
        <pc:sldMkLst>
          <pc:docMk/>
          <pc:sldMk cId="1473520386" sldId="262"/>
        </pc:sldMkLst>
        <pc:spChg chg="mod">
          <ac:chgData name="PRAMOD KUMAR JENA" userId="f832f29282d5c05b" providerId="LiveId" clId="{AC7498AF-E63A-4B65-9293-4912EA62F9D3}" dt="2026-06-19T07:24:35.677" v="836" actId="20577"/>
          <ac:spMkLst>
            <pc:docMk/>
            <pc:sldMk cId="1473520386" sldId="262"/>
            <ac:spMk id="7" creationId="{042E01CD-2B30-F014-4AB3-6599641404D8}"/>
          </ac:spMkLst>
        </pc:spChg>
        <pc:spChg chg="mod">
          <ac:chgData name="PRAMOD KUMAR JENA" userId="f832f29282d5c05b" providerId="LiveId" clId="{AC7498AF-E63A-4B65-9293-4912EA62F9D3}" dt="2026-06-17T04:15:26.449" v="777" actId="1076"/>
          <ac:spMkLst>
            <pc:docMk/>
            <pc:sldMk cId="1473520386" sldId="262"/>
            <ac:spMk id="9" creationId="{96724D57-5616-2277-3C3E-1B4175159FB0}"/>
          </ac:spMkLst>
        </pc:spChg>
      </pc:sldChg>
      <pc:sldChg chg="delSp modSp mod ord">
        <pc:chgData name="PRAMOD KUMAR JENA" userId="f832f29282d5c05b" providerId="LiveId" clId="{AC7498AF-E63A-4B65-9293-4912EA62F9D3}" dt="2026-06-17T04:16:50.257" v="780"/>
        <pc:sldMkLst>
          <pc:docMk/>
          <pc:sldMk cId="4107012785" sldId="263"/>
        </pc:sldMkLst>
        <pc:spChg chg="mod">
          <ac:chgData name="PRAMOD KUMAR JENA" userId="f832f29282d5c05b" providerId="LiveId" clId="{AC7498AF-E63A-4B65-9293-4912EA62F9D3}" dt="2026-06-04T03:01:58.423" v="74" actId="113"/>
          <ac:spMkLst>
            <pc:docMk/>
            <pc:sldMk cId="4107012785" sldId="263"/>
            <ac:spMk id="2" creationId="{AFA1532C-9B56-4874-C0DC-F98AB1ABB1EA}"/>
          </ac:spMkLst>
        </pc:spChg>
        <pc:spChg chg="mod">
          <ac:chgData name="PRAMOD KUMAR JENA" userId="f832f29282d5c05b" providerId="LiveId" clId="{AC7498AF-E63A-4B65-9293-4912EA62F9D3}" dt="2026-06-08T04:52:49.119" v="255" actId="115"/>
          <ac:spMkLst>
            <pc:docMk/>
            <pc:sldMk cId="4107012785" sldId="263"/>
            <ac:spMk id="4" creationId="{0590FE22-FC9B-69DD-B8FB-C7C54C448431}"/>
          </ac:spMkLst>
        </pc:spChg>
      </pc:sldChg>
      <pc:sldChg chg="modSp mod">
        <pc:chgData name="PRAMOD KUMAR JENA" userId="f832f29282d5c05b" providerId="LiveId" clId="{AC7498AF-E63A-4B65-9293-4912EA62F9D3}" dt="2026-06-19T08:02:56.438" v="932" actId="20577"/>
        <pc:sldMkLst>
          <pc:docMk/>
          <pc:sldMk cId="3187711458" sldId="264"/>
        </pc:sldMkLst>
        <pc:spChg chg="mod">
          <ac:chgData name="PRAMOD KUMAR JENA" userId="f832f29282d5c05b" providerId="LiveId" clId="{AC7498AF-E63A-4B65-9293-4912EA62F9D3}" dt="2026-06-19T08:02:56.438" v="932" actId="20577"/>
          <ac:spMkLst>
            <pc:docMk/>
            <pc:sldMk cId="3187711458" sldId="264"/>
            <ac:spMk id="3" creationId="{6DED822D-D99E-5684-EF9D-401B6668C67F}"/>
          </ac:spMkLst>
        </pc:spChg>
      </pc:sldChg>
      <pc:sldChg chg="modSp mod">
        <pc:chgData name="PRAMOD KUMAR JENA" userId="f832f29282d5c05b" providerId="LiveId" clId="{AC7498AF-E63A-4B65-9293-4912EA62F9D3}" dt="2026-06-19T08:28:22.462" v="1036" actId="20577"/>
        <pc:sldMkLst>
          <pc:docMk/>
          <pc:sldMk cId="4044382605" sldId="266"/>
        </pc:sldMkLst>
        <pc:spChg chg="mod">
          <ac:chgData name="PRAMOD KUMAR JENA" userId="f832f29282d5c05b" providerId="LiveId" clId="{AC7498AF-E63A-4B65-9293-4912EA62F9D3}" dt="2026-06-17T04:29:10.823" v="799" actId="12"/>
          <ac:spMkLst>
            <pc:docMk/>
            <pc:sldMk cId="4044382605" sldId="266"/>
            <ac:spMk id="3" creationId="{63876620-DA58-7292-A70E-D1E15D58AFAC}"/>
          </ac:spMkLst>
        </pc:spChg>
        <pc:spChg chg="mod">
          <ac:chgData name="PRAMOD KUMAR JENA" userId="f832f29282d5c05b" providerId="LiveId" clId="{AC7498AF-E63A-4B65-9293-4912EA62F9D3}" dt="2026-06-19T08:28:22.462" v="1036" actId="20577"/>
          <ac:spMkLst>
            <pc:docMk/>
            <pc:sldMk cId="4044382605" sldId="266"/>
            <ac:spMk id="4" creationId="{7684D581-D020-C563-7985-7AC639545ED6}"/>
          </ac:spMkLst>
        </pc:spChg>
      </pc:sldChg>
      <pc:sldChg chg="addSp delSp modSp new mod">
        <pc:chgData name="PRAMOD KUMAR JENA" userId="f832f29282d5c05b" providerId="LiveId" clId="{AC7498AF-E63A-4B65-9293-4912EA62F9D3}" dt="2026-06-24T15:30:48.647" v="1497" actId="14100"/>
        <pc:sldMkLst>
          <pc:docMk/>
          <pc:sldMk cId="1312530324" sldId="267"/>
        </pc:sldMkLst>
        <pc:spChg chg="add mod">
          <ac:chgData name="PRAMOD KUMAR JENA" userId="f832f29282d5c05b" providerId="LiveId" clId="{AC7498AF-E63A-4B65-9293-4912EA62F9D3}" dt="2026-06-21T07:29:20.589" v="1398" actId="1076"/>
          <ac:spMkLst>
            <pc:docMk/>
            <pc:sldMk cId="1312530324" sldId="267"/>
            <ac:spMk id="4" creationId="{408AA760-9786-A9E2-28B1-790410BE2899}"/>
          </ac:spMkLst>
        </pc:spChg>
        <pc:picChg chg="add del mod">
          <ac:chgData name="PRAMOD KUMAR JENA" userId="f832f29282d5c05b" providerId="LiveId" clId="{AC7498AF-E63A-4B65-9293-4912EA62F9D3}" dt="2026-06-24T15:28:49.457" v="1481" actId="478"/>
          <ac:picMkLst>
            <pc:docMk/>
            <pc:sldMk cId="1312530324" sldId="267"/>
            <ac:picMk id="3" creationId="{F664D838-5064-20C9-36C5-EC7EADB54E9B}"/>
          </ac:picMkLst>
        </pc:picChg>
        <pc:picChg chg="add mod">
          <ac:chgData name="PRAMOD KUMAR JENA" userId="f832f29282d5c05b" providerId="LiveId" clId="{AC7498AF-E63A-4B65-9293-4912EA62F9D3}" dt="2026-06-24T15:30:48.647" v="1497" actId="14100"/>
          <ac:picMkLst>
            <pc:docMk/>
            <pc:sldMk cId="1312530324" sldId="267"/>
            <ac:picMk id="5" creationId="{E840F74C-611C-C16B-D794-CC90B73AFF9C}"/>
          </ac:picMkLst>
        </pc:picChg>
        <pc:picChg chg="add del mod">
          <ac:chgData name="PRAMOD KUMAR JENA" userId="f832f29282d5c05b" providerId="LiveId" clId="{AC7498AF-E63A-4B65-9293-4912EA62F9D3}" dt="2026-06-24T15:18:21.560" v="1470" actId="478"/>
          <ac:picMkLst>
            <pc:docMk/>
            <pc:sldMk cId="1312530324" sldId="267"/>
            <ac:picMk id="7" creationId="{3BAB7961-F994-7AAA-4F50-48EF4FD58F13}"/>
          </ac:picMkLst>
        </pc:picChg>
      </pc:sldChg>
      <pc:sldChg chg="addSp delSp modSp new mod">
        <pc:chgData name="PRAMOD KUMAR JENA" userId="f832f29282d5c05b" providerId="LiveId" clId="{AC7498AF-E63A-4B65-9293-4912EA62F9D3}" dt="2026-06-13T05:08:34.466" v="772" actId="1076"/>
        <pc:sldMkLst>
          <pc:docMk/>
          <pc:sldMk cId="1995812339" sldId="268"/>
        </pc:sldMkLst>
        <pc:spChg chg="add mod">
          <ac:chgData name="PRAMOD KUMAR JENA" userId="f832f29282d5c05b" providerId="LiveId" clId="{AC7498AF-E63A-4B65-9293-4912EA62F9D3}" dt="2026-06-13T03:51:46.113" v="767" actId="1076"/>
          <ac:spMkLst>
            <pc:docMk/>
            <pc:sldMk cId="1995812339" sldId="268"/>
            <ac:spMk id="4" creationId="{0A574976-6DF6-BEC3-397B-B700D9FF8ECD}"/>
          </ac:spMkLst>
        </pc:spChg>
        <pc:picChg chg="add mod">
          <ac:chgData name="PRAMOD KUMAR JENA" userId="f832f29282d5c05b" providerId="LiveId" clId="{AC7498AF-E63A-4B65-9293-4912EA62F9D3}" dt="2026-06-13T05:08:34.466" v="772" actId="1076"/>
          <ac:picMkLst>
            <pc:docMk/>
            <pc:sldMk cId="1995812339" sldId="268"/>
            <ac:picMk id="5" creationId="{FE27E65C-37B6-FA41-0B81-2CDB6F40CA7A}"/>
          </ac:picMkLst>
        </pc:picChg>
      </pc:sldChg>
      <pc:sldChg chg="modSp mod">
        <pc:chgData name="PRAMOD KUMAR JENA" userId="f832f29282d5c05b" providerId="LiveId" clId="{AC7498AF-E63A-4B65-9293-4912EA62F9D3}" dt="2026-06-19T07:50:40.424" v="848" actId="20577"/>
        <pc:sldMkLst>
          <pc:docMk/>
          <pc:sldMk cId="2859993402" sldId="269"/>
        </pc:sldMkLst>
        <pc:spChg chg="mod">
          <ac:chgData name="PRAMOD KUMAR JENA" userId="f832f29282d5c05b" providerId="LiveId" clId="{AC7498AF-E63A-4B65-9293-4912EA62F9D3}" dt="2026-06-19T07:24:21.522" v="829" actId="20577"/>
          <ac:spMkLst>
            <pc:docMk/>
            <pc:sldMk cId="2859993402" sldId="269"/>
            <ac:spMk id="2" creationId="{90563F65-0190-C9B6-EE9D-582B1F8DEC1D}"/>
          </ac:spMkLst>
        </pc:spChg>
        <pc:spChg chg="mod">
          <ac:chgData name="PRAMOD KUMAR JENA" userId="f832f29282d5c05b" providerId="LiveId" clId="{AC7498AF-E63A-4B65-9293-4912EA62F9D3}" dt="2026-06-19T07:50:40.424" v="848" actId="20577"/>
          <ac:spMkLst>
            <pc:docMk/>
            <pc:sldMk cId="2859993402" sldId="269"/>
            <ac:spMk id="4" creationId="{281CA1C5-350F-A9A2-718A-CBC002831FD9}"/>
          </ac:spMkLst>
        </pc:spChg>
      </pc:sldChg>
      <pc:sldChg chg="addSp delSp modSp new mod">
        <pc:chgData name="PRAMOD KUMAR JENA" userId="f832f29282d5c05b" providerId="LiveId" clId="{AC7498AF-E63A-4B65-9293-4912EA62F9D3}" dt="2026-06-24T15:56:22.282" v="1533" actId="1076"/>
        <pc:sldMkLst>
          <pc:docMk/>
          <pc:sldMk cId="3947719628" sldId="270"/>
        </pc:sldMkLst>
        <pc:spChg chg="add mod">
          <ac:chgData name="PRAMOD KUMAR JENA" userId="f832f29282d5c05b" providerId="LiveId" clId="{AC7498AF-E63A-4B65-9293-4912EA62F9D3}" dt="2026-06-19T07:57:20.698" v="890" actId="1076"/>
          <ac:spMkLst>
            <pc:docMk/>
            <pc:sldMk cId="3947719628" sldId="270"/>
            <ac:spMk id="4" creationId="{EFDBFD7D-F219-83E0-E74C-509091C30611}"/>
          </ac:spMkLst>
        </pc:spChg>
        <pc:picChg chg="add mod">
          <ac:chgData name="PRAMOD KUMAR JENA" userId="f832f29282d5c05b" providerId="LiveId" clId="{AC7498AF-E63A-4B65-9293-4912EA62F9D3}" dt="2026-06-24T15:56:22.282" v="1533" actId="1076"/>
          <ac:picMkLst>
            <pc:docMk/>
            <pc:sldMk cId="3947719628" sldId="270"/>
            <ac:picMk id="3" creationId="{A85E18CF-0765-9216-FCA9-92BB5838289D}"/>
          </ac:picMkLst>
        </pc:picChg>
        <pc:picChg chg="add del mod">
          <ac:chgData name="PRAMOD KUMAR JENA" userId="f832f29282d5c05b" providerId="LiveId" clId="{AC7498AF-E63A-4B65-9293-4912EA62F9D3}" dt="2026-06-24T15:56:03.261" v="1528" actId="478"/>
          <ac:picMkLst>
            <pc:docMk/>
            <pc:sldMk cId="3947719628" sldId="270"/>
            <ac:picMk id="5" creationId="{BEE52D5A-9C55-837B-8D35-97DA38D26001}"/>
          </ac:picMkLst>
        </pc:picChg>
      </pc:sldChg>
      <pc:sldChg chg="addSp modSp new mod">
        <pc:chgData name="PRAMOD KUMAR JENA" userId="f832f29282d5c05b" providerId="LiveId" clId="{AC7498AF-E63A-4B65-9293-4912EA62F9D3}" dt="2026-06-19T08:10:27.039" v="976" actId="1076"/>
        <pc:sldMkLst>
          <pc:docMk/>
          <pc:sldMk cId="1364134766" sldId="271"/>
        </pc:sldMkLst>
        <pc:spChg chg="add mod">
          <ac:chgData name="PRAMOD KUMAR JENA" userId="f832f29282d5c05b" providerId="LiveId" clId="{AC7498AF-E63A-4B65-9293-4912EA62F9D3}" dt="2026-06-19T08:09:25.665" v="971" actId="1076"/>
          <ac:spMkLst>
            <pc:docMk/>
            <pc:sldMk cId="1364134766" sldId="271"/>
            <ac:spMk id="4" creationId="{EE3A3B6F-E98D-8D86-6FBE-5805BC04452C}"/>
          </ac:spMkLst>
        </pc:spChg>
      </pc:sldChg>
      <pc:sldChg chg="addSp delSp modSp new mod">
        <pc:chgData name="PRAMOD KUMAR JENA" userId="f832f29282d5c05b" providerId="LiveId" clId="{AC7498AF-E63A-4B65-9293-4912EA62F9D3}" dt="2026-06-24T15:44:33.362" v="1527" actId="14100"/>
        <pc:sldMkLst>
          <pc:docMk/>
          <pc:sldMk cId="4139053354" sldId="272"/>
        </pc:sldMkLst>
        <pc:spChg chg="add mod">
          <ac:chgData name="PRAMOD KUMAR JENA" userId="f832f29282d5c05b" providerId="LiveId" clId="{AC7498AF-E63A-4B65-9293-4912EA62F9D3}" dt="2026-06-24T15:37:45.329" v="1521" actId="20577"/>
          <ac:spMkLst>
            <pc:docMk/>
            <pc:sldMk cId="4139053354" sldId="272"/>
            <ac:spMk id="4" creationId="{3C92CC41-08F9-5362-C15A-CCD410ED0FF9}"/>
          </ac:spMkLst>
        </pc:spChg>
        <pc:picChg chg="add mod">
          <ac:chgData name="PRAMOD KUMAR JENA" userId="f832f29282d5c05b" providerId="LiveId" clId="{AC7498AF-E63A-4B65-9293-4912EA62F9D3}" dt="2026-06-24T15:44:33.362" v="1527" actId="14100"/>
          <ac:picMkLst>
            <pc:docMk/>
            <pc:sldMk cId="4139053354" sldId="272"/>
            <ac:picMk id="3" creationId="{EAE06543-8608-5755-998B-9151EB6FEEE1}"/>
          </ac:picMkLst>
        </pc:picChg>
        <pc:picChg chg="del">
          <ac:chgData name="PRAMOD KUMAR JENA" userId="f832f29282d5c05b" providerId="LiveId" clId="{AC7498AF-E63A-4B65-9293-4912EA62F9D3}" dt="2026-06-24T15:44:11.114" v="1522" actId="478"/>
          <ac:picMkLst>
            <pc:docMk/>
            <pc:sldMk cId="4139053354" sldId="272"/>
            <ac:picMk id="5" creationId="{D634B0C2-A4FE-E114-EF9D-DAFED2B14FB5}"/>
          </ac:picMkLst>
        </pc:picChg>
      </pc:sldChg>
      <pc:sldChg chg="addSp modSp new mod">
        <pc:chgData name="PRAMOD KUMAR JENA" userId="f832f29282d5c05b" providerId="LiveId" clId="{AC7498AF-E63A-4B65-9293-4912EA62F9D3}" dt="2026-06-19T08:36:22.145" v="1108" actId="14100"/>
        <pc:sldMkLst>
          <pc:docMk/>
          <pc:sldMk cId="2235633858" sldId="273"/>
        </pc:sldMkLst>
        <pc:spChg chg="add mod">
          <ac:chgData name="PRAMOD KUMAR JENA" userId="f832f29282d5c05b" providerId="LiveId" clId="{AC7498AF-E63A-4B65-9293-4912EA62F9D3}" dt="2026-06-19T08:35:12.362" v="1095" actId="1076"/>
          <ac:spMkLst>
            <pc:docMk/>
            <pc:sldMk cId="2235633858" sldId="273"/>
            <ac:spMk id="2" creationId="{605135A7-D9E5-6243-6518-D6B5B3849A79}"/>
          </ac:spMkLst>
        </pc:spChg>
        <pc:picChg chg="add mod">
          <ac:chgData name="PRAMOD KUMAR JENA" userId="f832f29282d5c05b" providerId="LiveId" clId="{AC7498AF-E63A-4B65-9293-4912EA62F9D3}" dt="2026-06-19T08:36:22.145" v="1108" actId="14100"/>
          <ac:picMkLst>
            <pc:docMk/>
            <pc:sldMk cId="2235633858" sldId="273"/>
            <ac:picMk id="4" creationId="{0D7D2CEB-5097-888B-DAA5-297E025238E0}"/>
          </ac:picMkLst>
        </pc:picChg>
      </pc:sldChg>
      <pc:sldChg chg="addSp delSp modSp new mod">
        <pc:chgData name="PRAMOD KUMAR JENA" userId="f832f29282d5c05b" providerId="LiveId" clId="{AC7498AF-E63A-4B65-9293-4912EA62F9D3}" dt="2026-06-19T11:05:08.705" v="1195" actId="1076"/>
        <pc:sldMkLst>
          <pc:docMk/>
          <pc:sldMk cId="3678527355" sldId="274"/>
        </pc:sldMkLst>
        <pc:spChg chg="add mod">
          <ac:chgData name="PRAMOD KUMAR JENA" userId="f832f29282d5c05b" providerId="LiveId" clId="{AC7498AF-E63A-4B65-9293-4912EA62F9D3}" dt="2026-06-19T11:04:44.351" v="1193" actId="1076"/>
          <ac:spMkLst>
            <pc:docMk/>
            <pc:sldMk cId="3678527355" sldId="274"/>
            <ac:spMk id="6" creationId="{AAA1E66D-2E42-327D-AE14-E0A809C92AE7}"/>
          </ac:spMkLst>
        </pc:spChg>
        <pc:picChg chg="add mod">
          <ac:chgData name="PRAMOD KUMAR JENA" userId="f832f29282d5c05b" providerId="LiveId" clId="{AC7498AF-E63A-4B65-9293-4912EA62F9D3}" dt="2026-06-19T11:05:08.705" v="1195" actId="1076"/>
          <ac:picMkLst>
            <pc:docMk/>
            <pc:sldMk cId="3678527355" sldId="274"/>
            <ac:picMk id="5" creationId="{5BA424DB-0C40-7FAD-0B04-1EA761EB8955}"/>
          </ac:picMkLst>
        </pc:picChg>
      </pc:sldChg>
      <pc:sldChg chg="addSp delSp modSp new mod">
        <pc:chgData name="PRAMOD KUMAR JENA" userId="f832f29282d5c05b" providerId="LiveId" clId="{AC7498AF-E63A-4B65-9293-4912EA62F9D3}" dt="2026-06-25T12:35:28.916" v="1544" actId="1076"/>
        <pc:sldMkLst>
          <pc:docMk/>
          <pc:sldMk cId="2079158093" sldId="275"/>
        </pc:sldMkLst>
        <pc:spChg chg="add mod">
          <ac:chgData name="PRAMOD KUMAR JENA" userId="f832f29282d5c05b" providerId="LiveId" clId="{AC7498AF-E63A-4B65-9293-4912EA62F9D3}" dt="2026-06-19T11:22:02.384" v="1279" actId="1076"/>
          <ac:spMkLst>
            <pc:docMk/>
            <pc:sldMk cId="2079158093" sldId="275"/>
            <ac:spMk id="5" creationId="{77DD06EE-4507-6618-807F-BD18CA19DD16}"/>
          </ac:spMkLst>
        </pc:spChg>
        <pc:picChg chg="add mod">
          <ac:chgData name="PRAMOD KUMAR JENA" userId="f832f29282d5c05b" providerId="LiveId" clId="{AC7498AF-E63A-4B65-9293-4912EA62F9D3}" dt="2026-06-25T12:35:28.916" v="1544" actId="1076"/>
          <ac:picMkLst>
            <pc:docMk/>
            <pc:sldMk cId="2079158093" sldId="275"/>
            <ac:picMk id="3" creationId="{A4410200-47E6-DD30-7086-49FC95D39E06}"/>
          </ac:picMkLst>
        </pc:picChg>
        <pc:picChg chg="add del mod">
          <ac:chgData name="PRAMOD KUMAR JENA" userId="f832f29282d5c05b" providerId="LiveId" clId="{AC7498AF-E63A-4B65-9293-4912EA62F9D3}" dt="2026-06-25T12:35:03.626" v="1534" actId="478"/>
          <ac:picMkLst>
            <pc:docMk/>
            <pc:sldMk cId="2079158093" sldId="275"/>
            <ac:picMk id="7" creationId="{883D346E-1C6F-C7C9-980C-B7F2EB16E068}"/>
          </ac:picMkLst>
        </pc:picChg>
      </pc:sldChg>
      <pc:sldChg chg="addSp delSp modSp new mod">
        <pc:chgData name="PRAMOD KUMAR JENA" userId="f832f29282d5c05b" providerId="LiveId" clId="{AC7498AF-E63A-4B65-9293-4912EA62F9D3}" dt="2026-06-24T15:37:36.924" v="1514" actId="20577"/>
        <pc:sldMkLst>
          <pc:docMk/>
          <pc:sldMk cId="1933318481" sldId="276"/>
        </pc:sldMkLst>
        <pc:spChg chg="add mod">
          <ac:chgData name="PRAMOD KUMAR JENA" userId="f832f29282d5c05b" providerId="LiveId" clId="{AC7498AF-E63A-4B65-9293-4912EA62F9D3}" dt="2026-06-24T15:37:36.924" v="1514" actId="20577"/>
          <ac:spMkLst>
            <pc:docMk/>
            <pc:sldMk cId="1933318481" sldId="276"/>
            <ac:spMk id="4" creationId="{CFED5093-936C-8DF4-9442-5E0696B746BC}"/>
          </ac:spMkLst>
        </pc:spChg>
        <pc:picChg chg="del">
          <ac:chgData name="PRAMOD KUMAR JENA" userId="f832f29282d5c05b" providerId="LiveId" clId="{AC7498AF-E63A-4B65-9293-4912EA62F9D3}" dt="2026-06-24T14:39:17.934" v="1463" actId="478"/>
          <ac:picMkLst>
            <pc:docMk/>
            <pc:sldMk cId="1933318481" sldId="276"/>
            <ac:picMk id="3" creationId="{0B701BE7-EE09-B2E3-A121-DE021D67C7B4}"/>
          </ac:picMkLst>
        </pc:picChg>
        <pc:picChg chg="add mod">
          <ac:chgData name="PRAMOD KUMAR JENA" userId="f832f29282d5c05b" providerId="LiveId" clId="{AC7498AF-E63A-4B65-9293-4912EA62F9D3}" dt="2026-06-24T15:37:10.346" v="1508" actId="1076"/>
          <ac:picMkLst>
            <pc:docMk/>
            <pc:sldMk cId="1933318481" sldId="276"/>
            <ac:picMk id="3" creationId="{92DB930F-44C2-0076-8E52-41D65D639C1E}"/>
          </ac:picMkLst>
        </pc:picChg>
        <pc:picChg chg="add del mod">
          <ac:chgData name="PRAMOD KUMAR JENA" userId="f832f29282d5c05b" providerId="LiveId" clId="{AC7498AF-E63A-4B65-9293-4912EA62F9D3}" dt="2026-06-24T15:36:43.285" v="1498" actId="478"/>
          <ac:picMkLst>
            <pc:docMk/>
            <pc:sldMk cId="1933318481" sldId="276"/>
            <ac:picMk id="5" creationId="{947DD4FF-DB20-B440-158B-FBFCCE31ECF8}"/>
          </ac:picMkLst>
        </pc:picChg>
      </pc:sldChg>
      <pc:sldChg chg="addSp delSp modSp mod">
        <pc:chgData name="PRAMOD KUMAR JENA" userId="f832f29282d5c05b" providerId="LiveId" clId="{AC7498AF-E63A-4B65-9293-4912EA62F9D3}" dt="2026-06-23T04:56:00.977" v="1410" actId="14100"/>
        <pc:sldMkLst>
          <pc:docMk/>
          <pc:sldMk cId="1504935514" sldId="277"/>
        </pc:sldMkLst>
        <pc:picChg chg="add mod">
          <ac:chgData name="PRAMOD KUMAR JENA" userId="f832f29282d5c05b" providerId="LiveId" clId="{AC7498AF-E63A-4B65-9293-4912EA62F9D3}" dt="2026-06-23T04:56:00.977" v="1410" actId="14100"/>
          <ac:picMkLst>
            <pc:docMk/>
            <pc:sldMk cId="1504935514" sldId="277"/>
            <ac:picMk id="5" creationId="{7CF56715-4B94-7112-5F79-8BE18B965D6E}"/>
          </ac:picMkLst>
        </pc:picChg>
      </pc:sldChg>
      <pc:sldChg chg="addSp modSp new mod">
        <pc:chgData name="PRAMOD KUMAR JENA" userId="f832f29282d5c05b" providerId="LiveId" clId="{AC7498AF-E63A-4B65-9293-4912EA62F9D3}" dt="2026-06-23T05:09:51.538" v="1462" actId="207"/>
        <pc:sldMkLst>
          <pc:docMk/>
          <pc:sldMk cId="4117140196" sldId="278"/>
        </pc:sldMkLst>
        <pc:spChg chg="add mod">
          <ac:chgData name="PRAMOD KUMAR JENA" userId="f832f29282d5c05b" providerId="LiveId" clId="{AC7498AF-E63A-4B65-9293-4912EA62F9D3}" dt="2026-06-23T05:09:51.538" v="1462" actId="207"/>
          <ac:spMkLst>
            <pc:docMk/>
            <pc:sldMk cId="4117140196" sldId="278"/>
            <ac:spMk id="4" creationId="{71FA71AB-F8FF-519F-08C6-8231A538BCF4}"/>
          </ac:spMkLst>
        </pc:spChg>
        <pc:picChg chg="add mod">
          <ac:chgData name="PRAMOD KUMAR JENA" userId="f832f29282d5c05b" providerId="LiveId" clId="{AC7498AF-E63A-4B65-9293-4912EA62F9D3}" dt="2026-06-23T05:08:58.212" v="1416" actId="1076"/>
          <ac:picMkLst>
            <pc:docMk/>
            <pc:sldMk cId="4117140196" sldId="278"/>
            <ac:picMk id="3" creationId="{AEF5A106-01F4-B83C-0B77-E9041E5E5BD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1A11D-E675-A015-0142-80E791C5C2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9C61C7B-9E2D-E233-0BAA-7EE3F0972F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52F1200-14AC-F0D3-6372-6E5F38A80A32}"/>
              </a:ext>
            </a:extLst>
          </p:cNvPr>
          <p:cNvSpPr>
            <a:spLocks noGrp="1"/>
          </p:cNvSpPr>
          <p:nvPr>
            <p:ph type="dt" sz="half" idx="10"/>
          </p:nvPr>
        </p:nvSpPr>
        <p:spPr/>
        <p:txBody>
          <a:bodyPr/>
          <a:lstStyle/>
          <a:p>
            <a:fld id="{5BD45B34-B3EB-4850-B9F8-2C7B58265953}" type="datetimeFigureOut">
              <a:rPr lang="en-IN" smtClean="0"/>
              <a:t>27-06-2026</a:t>
            </a:fld>
            <a:endParaRPr lang="en-IN"/>
          </a:p>
        </p:txBody>
      </p:sp>
      <p:sp>
        <p:nvSpPr>
          <p:cNvPr id="5" name="Footer Placeholder 4">
            <a:extLst>
              <a:ext uri="{FF2B5EF4-FFF2-40B4-BE49-F238E27FC236}">
                <a16:creationId xmlns:a16="http://schemas.microsoft.com/office/drawing/2014/main" id="{65BC5A72-228C-8433-C60A-3A175A9DF0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597E50-8DFC-0C00-5DE7-B9CF19360024}"/>
              </a:ext>
            </a:extLst>
          </p:cNvPr>
          <p:cNvSpPr>
            <a:spLocks noGrp="1"/>
          </p:cNvSpPr>
          <p:nvPr>
            <p:ph type="sldNum" sz="quarter" idx="12"/>
          </p:nvPr>
        </p:nvSpPr>
        <p:spPr/>
        <p:txBody>
          <a:bodyPr/>
          <a:lstStyle/>
          <a:p>
            <a:fld id="{30F69270-93A5-4EFA-97D9-CB48AA4AECD1}" type="slidenum">
              <a:rPr lang="en-IN" smtClean="0"/>
              <a:t>‹#›</a:t>
            </a:fld>
            <a:endParaRPr lang="en-IN"/>
          </a:p>
        </p:txBody>
      </p:sp>
    </p:spTree>
    <p:extLst>
      <p:ext uri="{BB962C8B-B14F-4D97-AF65-F5344CB8AC3E}">
        <p14:creationId xmlns:p14="http://schemas.microsoft.com/office/powerpoint/2010/main" val="1793089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D4FD5-460B-3445-B810-747B96563D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89BD0C-FC00-2BBE-EE51-5E06E7386D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AF81E1-3DDB-7B00-8670-F0C363A0A7DF}"/>
              </a:ext>
            </a:extLst>
          </p:cNvPr>
          <p:cNvSpPr>
            <a:spLocks noGrp="1"/>
          </p:cNvSpPr>
          <p:nvPr>
            <p:ph type="dt" sz="half" idx="10"/>
          </p:nvPr>
        </p:nvSpPr>
        <p:spPr/>
        <p:txBody>
          <a:bodyPr/>
          <a:lstStyle/>
          <a:p>
            <a:fld id="{5BD45B34-B3EB-4850-B9F8-2C7B58265953}" type="datetimeFigureOut">
              <a:rPr lang="en-IN" smtClean="0"/>
              <a:t>27-06-2026</a:t>
            </a:fld>
            <a:endParaRPr lang="en-IN"/>
          </a:p>
        </p:txBody>
      </p:sp>
      <p:sp>
        <p:nvSpPr>
          <p:cNvPr id="5" name="Footer Placeholder 4">
            <a:extLst>
              <a:ext uri="{FF2B5EF4-FFF2-40B4-BE49-F238E27FC236}">
                <a16:creationId xmlns:a16="http://schemas.microsoft.com/office/drawing/2014/main" id="{CD3E95E0-E218-3935-4145-54E51F3270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F453A9-7C5C-345E-564A-0A75BDBEDD07}"/>
              </a:ext>
            </a:extLst>
          </p:cNvPr>
          <p:cNvSpPr>
            <a:spLocks noGrp="1"/>
          </p:cNvSpPr>
          <p:nvPr>
            <p:ph type="sldNum" sz="quarter" idx="12"/>
          </p:nvPr>
        </p:nvSpPr>
        <p:spPr/>
        <p:txBody>
          <a:bodyPr/>
          <a:lstStyle/>
          <a:p>
            <a:fld id="{30F69270-93A5-4EFA-97D9-CB48AA4AECD1}" type="slidenum">
              <a:rPr lang="en-IN" smtClean="0"/>
              <a:t>‹#›</a:t>
            </a:fld>
            <a:endParaRPr lang="en-IN"/>
          </a:p>
        </p:txBody>
      </p:sp>
    </p:spTree>
    <p:extLst>
      <p:ext uri="{BB962C8B-B14F-4D97-AF65-F5344CB8AC3E}">
        <p14:creationId xmlns:p14="http://schemas.microsoft.com/office/powerpoint/2010/main" val="2986520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A9CFC-428A-8BE3-4F48-1288A74D42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063D95E-C015-A9D5-2563-5C1F84BEC2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98CD01-864F-0C9D-C835-49CA95CD45CC}"/>
              </a:ext>
            </a:extLst>
          </p:cNvPr>
          <p:cNvSpPr>
            <a:spLocks noGrp="1"/>
          </p:cNvSpPr>
          <p:nvPr>
            <p:ph type="dt" sz="half" idx="10"/>
          </p:nvPr>
        </p:nvSpPr>
        <p:spPr/>
        <p:txBody>
          <a:bodyPr/>
          <a:lstStyle/>
          <a:p>
            <a:fld id="{5BD45B34-B3EB-4850-B9F8-2C7B58265953}" type="datetimeFigureOut">
              <a:rPr lang="en-IN" smtClean="0"/>
              <a:t>27-06-2026</a:t>
            </a:fld>
            <a:endParaRPr lang="en-IN"/>
          </a:p>
        </p:txBody>
      </p:sp>
      <p:sp>
        <p:nvSpPr>
          <p:cNvPr id="5" name="Footer Placeholder 4">
            <a:extLst>
              <a:ext uri="{FF2B5EF4-FFF2-40B4-BE49-F238E27FC236}">
                <a16:creationId xmlns:a16="http://schemas.microsoft.com/office/drawing/2014/main" id="{AACA9ECE-CA5D-3CF3-199A-CECCCF5900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E1FC21-07CB-1BCD-EB82-3EDDDE66686A}"/>
              </a:ext>
            </a:extLst>
          </p:cNvPr>
          <p:cNvSpPr>
            <a:spLocks noGrp="1"/>
          </p:cNvSpPr>
          <p:nvPr>
            <p:ph type="sldNum" sz="quarter" idx="12"/>
          </p:nvPr>
        </p:nvSpPr>
        <p:spPr/>
        <p:txBody>
          <a:bodyPr/>
          <a:lstStyle/>
          <a:p>
            <a:fld id="{30F69270-93A5-4EFA-97D9-CB48AA4AECD1}" type="slidenum">
              <a:rPr lang="en-IN" smtClean="0"/>
              <a:t>‹#›</a:t>
            </a:fld>
            <a:endParaRPr lang="en-IN"/>
          </a:p>
        </p:txBody>
      </p:sp>
    </p:spTree>
    <p:extLst>
      <p:ext uri="{BB962C8B-B14F-4D97-AF65-F5344CB8AC3E}">
        <p14:creationId xmlns:p14="http://schemas.microsoft.com/office/powerpoint/2010/main" val="67466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CA5F8-70C9-CB1C-67A9-78FC4AF0FB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7F81F1-C28A-84EE-673C-24397810BD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906357D-F382-45D9-8C97-7A4E4A3443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BCE09A0-89BD-BBA0-BCFC-155515DF08D5}"/>
              </a:ext>
            </a:extLst>
          </p:cNvPr>
          <p:cNvSpPr>
            <a:spLocks noGrp="1"/>
          </p:cNvSpPr>
          <p:nvPr>
            <p:ph type="dt" sz="half" idx="10"/>
          </p:nvPr>
        </p:nvSpPr>
        <p:spPr/>
        <p:txBody>
          <a:bodyPr/>
          <a:lstStyle/>
          <a:p>
            <a:fld id="{5BD45B34-B3EB-4850-B9F8-2C7B58265953}" type="datetimeFigureOut">
              <a:rPr lang="en-IN" smtClean="0"/>
              <a:t>27-06-2026</a:t>
            </a:fld>
            <a:endParaRPr lang="en-IN"/>
          </a:p>
        </p:txBody>
      </p:sp>
      <p:sp>
        <p:nvSpPr>
          <p:cNvPr id="6" name="Footer Placeholder 5">
            <a:extLst>
              <a:ext uri="{FF2B5EF4-FFF2-40B4-BE49-F238E27FC236}">
                <a16:creationId xmlns:a16="http://schemas.microsoft.com/office/drawing/2014/main" id="{AD927056-E0EB-864E-C870-C51E5042A7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F0274A-6114-ED6C-B39A-78C8CCD8FF21}"/>
              </a:ext>
            </a:extLst>
          </p:cNvPr>
          <p:cNvSpPr>
            <a:spLocks noGrp="1"/>
          </p:cNvSpPr>
          <p:nvPr>
            <p:ph type="sldNum" sz="quarter" idx="12"/>
          </p:nvPr>
        </p:nvSpPr>
        <p:spPr/>
        <p:txBody>
          <a:bodyPr/>
          <a:lstStyle/>
          <a:p>
            <a:fld id="{30F69270-93A5-4EFA-97D9-CB48AA4AECD1}" type="slidenum">
              <a:rPr lang="en-IN" smtClean="0"/>
              <a:t>‹#›</a:t>
            </a:fld>
            <a:endParaRPr lang="en-IN"/>
          </a:p>
        </p:txBody>
      </p:sp>
    </p:spTree>
    <p:extLst>
      <p:ext uri="{BB962C8B-B14F-4D97-AF65-F5344CB8AC3E}">
        <p14:creationId xmlns:p14="http://schemas.microsoft.com/office/powerpoint/2010/main" val="162743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4B4FB-CCC2-A93B-061C-D5726D24CC1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E5F4D7-2560-B95E-BA13-9719B547DB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63CF31-8760-1BEF-1BFA-9E7D3C3530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7B389E8-F538-0808-B982-190E829811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E9DCF7-D3AD-6919-E854-2ADACEA5AB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CCDC97-B77A-E9E6-CC12-C696D399F018}"/>
              </a:ext>
            </a:extLst>
          </p:cNvPr>
          <p:cNvSpPr>
            <a:spLocks noGrp="1"/>
          </p:cNvSpPr>
          <p:nvPr>
            <p:ph type="dt" sz="half" idx="10"/>
          </p:nvPr>
        </p:nvSpPr>
        <p:spPr/>
        <p:txBody>
          <a:bodyPr/>
          <a:lstStyle/>
          <a:p>
            <a:fld id="{5BD45B34-B3EB-4850-B9F8-2C7B58265953}" type="datetimeFigureOut">
              <a:rPr lang="en-IN" smtClean="0"/>
              <a:t>27-06-2026</a:t>
            </a:fld>
            <a:endParaRPr lang="en-IN"/>
          </a:p>
        </p:txBody>
      </p:sp>
      <p:sp>
        <p:nvSpPr>
          <p:cNvPr id="8" name="Footer Placeholder 7">
            <a:extLst>
              <a:ext uri="{FF2B5EF4-FFF2-40B4-BE49-F238E27FC236}">
                <a16:creationId xmlns:a16="http://schemas.microsoft.com/office/drawing/2014/main" id="{068CF966-DD72-0CC4-E297-A5485776064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DEDA8DA-D463-59F4-ED0F-AC0C81134752}"/>
              </a:ext>
            </a:extLst>
          </p:cNvPr>
          <p:cNvSpPr>
            <a:spLocks noGrp="1"/>
          </p:cNvSpPr>
          <p:nvPr>
            <p:ph type="sldNum" sz="quarter" idx="12"/>
          </p:nvPr>
        </p:nvSpPr>
        <p:spPr/>
        <p:txBody>
          <a:bodyPr/>
          <a:lstStyle/>
          <a:p>
            <a:fld id="{30F69270-93A5-4EFA-97D9-CB48AA4AECD1}" type="slidenum">
              <a:rPr lang="en-IN" smtClean="0"/>
              <a:t>‹#›</a:t>
            </a:fld>
            <a:endParaRPr lang="en-IN"/>
          </a:p>
        </p:txBody>
      </p:sp>
    </p:spTree>
    <p:extLst>
      <p:ext uri="{BB962C8B-B14F-4D97-AF65-F5344CB8AC3E}">
        <p14:creationId xmlns:p14="http://schemas.microsoft.com/office/powerpoint/2010/main" val="514988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E8B1-D706-1F34-ACB4-94678F61E3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6CA28C6-9045-D227-3C60-1F81890A29CB}"/>
              </a:ext>
            </a:extLst>
          </p:cNvPr>
          <p:cNvSpPr>
            <a:spLocks noGrp="1"/>
          </p:cNvSpPr>
          <p:nvPr>
            <p:ph type="dt" sz="half" idx="10"/>
          </p:nvPr>
        </p:nvSpPr>
        <p:spPr/>
        <p:txBody>
          <a:bodyPr/>
          <a:lstStyle/>
          <a:p>
            <a:fld id="{5BD45B34-B3EB-4850-B9F8-2C7B58265953}" type="datetimeFigureOut">
              <a:rPr lang="en-IN" smtClean="0"/>
              <a:t>27-06-2026</a:t>
            </a:fld>
            <a:endParaRPr lang="en-IN"/>
          </a:p>
        </p:txBody>
      </p:sp>
      <p:sp>
        <p:nvSpPr>
          <p:cNvPr id="4" name="Footer Placeholder 3">
            <a:extLst>
              <a:ext uri="{FF2B5EF4-FFF2-40B4-BE49-F238E27FC236}">
                <a16:creationId xmlns:a16="http://schemas.microsoft.com/office/drawing/2014/main" id="{D6C3C184-02D0-30CB-D3C6-63E4D1D1CA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A5E9BE-D814-C075-EE05-5FA8094793DD}"/>
              </a:ext>
            </a:extLst>
          </p:cNvPr>
          <p:cNvSpPr>
            <a:spLocks noGrp="1"/>
          </p:cNvSpPr>
          <p:nvPr>
            <p:ph type="sldNum" sz="quarter" idx="12"/>
          </p:nvPr>
        </p:nvSpPr>
        <p:spPr/>
        <p:txBody>
          <a:bodyPr/>
          <a:lstStyle/>
          <a:p>
            <a:fld id="{30F69270-93A5-4EFA-97D9-CB48AA4AECD1}" type="slidenum">
              <a:rPr lang="en-IN" smtClean="0"/>
              <a:t>‹#›</a:t>
            </a:fld>
            <a:endParaRPr lang="en-IN"/>
          </a:p>
        </p:txBody>
      </p:sp>
    </p:spTree>
    <p:extLst>
      <p:ext uri="{BB962C8B-B14F-4D97-AF65-F5344CB8AC3E}">
        <p14:creationId xmlns:p14="http://schemas.microsoft.com/office/powerpoint/2010/main" val="2944824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896178-EEFD-9E6B-77F6-AC2924546A33}"/>
              </a:ext>
            </a:extLst>
          </p:cNvPr>
          <p:cNvSpPr>
            <a:spLocks noGrp="1"/>
          </p:cNvSpPr>
          <p:nvPr>
            <p:ph type="dt" sz="half" idx="10"/>
          </p:nvPr>
        </p:nvSpPr>
        <p:spPr/>
        <p:txBody>
          <a:bodyPr/>
          <a:lstStyle/>
          <a:p>
            <a:fld id="{5BD45B34-B3EB-4850-B9F8-2C7B58265953}" type="datetimeFigureOut">
              <a:rPr lang="en-IN" smtClean="0"/>
              <a:t>27-06-2026</a:t>
            </a:fld>
            <a:endParaRPr lang="en-IN"/>
          </a:p>
        </p:txBody>
      </p:sp>
      <p:sp>
        <p:nvSpPr>
          <p:cNvPr id="3" name="Footer Placeholder 2">
            <a:extLst>
              <a:ext uri="{FF2B5EF4-FFF2-40B4-BE49-F238E27FC236}">
                <a16:creationId xmlns:a16="http://schemas.microsoft.com/office/drawing/2014/main" id="{200C990E-8BAB-8B3B-3C9C-C6775F3E5D3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FA7927B-9874-94AB-61C7-C1A4D200BB28}"/>
              </a:ext>
            </a:extLst>
          </p:cNvPr>
          <p:cNvSpPr>
            <a:spLocks noGrp="1"/>
          </p:cNvSpPr>
          <p:nvPr>
            <p:ph type="sldNum" sz="quarter" idx="12"/>
          </p:nvPr>
        </p:nvSpPr>
        <p:spPr/>
        <p:txBody>
          <a:bodyPr/>
          <a:lstStyle/>
          <a:p>
            <a:fld id="{30F69270-93A5-4EFA-97D9-CB48AA4AECD1}" type="slidenum">
              <a:rPr lang="en-IN" smtClean="0"/>
              <a:t>‹#›</a:t>
            </a:fld>
            <a:endParaRPr lang="en-IN"/>
          </a:p>
        </p:txBody>
      </p:sp>
    </p:spTree>
    <p:extLst>
      <p:ext uri="{BB962C8B-B14F-4D97-AF65-F5344CB8AC3E}">
        <p14:creationId xmlns:p14="http://schemas.microsoft.com/office/powerpoint/2010/main" val="1444893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8008-0DAD-D9A5-1D66-EED01DA7CC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693D76B-D44C-ECD7-7B38-3C1AE22145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995DE1F-EAB5-7A59-EF06-7BCDBC1B85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5220B4-519A-8058-1608-759A2ECDBC6A}"/>
              </a:ext>
            </a:extLst>
          </p:cNvPr>
          <p:cNvSpPr>
            <a:spLocks noGrp="1"/>
          </p:cNvSpPr>
          <p:nvPr>
            <p:ph type="dt" sz="half" idx="10"/>
          </p:nvPr>
        </p:nvSpPr>
        <p:spPr/>
        <p:txBody>
          <a:bodyPr/>
          <a:lstStyle/>
          <a:p>
            <a:fld id="{5BD45B34-B3EB-4850-B9F8-2C7B58265953}" type="datetimeFigureOut">
              <a:rPr lang="en-IN" smtClean="0"/>
              <a:t>27-06-2026</a:t>
            </a:fld>
            <a:endParaRPr lang="en-IN"/>
          </a:p>
        </p:txBody>
      </p:sp>
      <p:sp>
        <p:nvSpPr>
          <p:cNvPr id="6" name="Footer Placeholder 5">
            <a:extLst>
              <a:ext uri="{FF2B5EF4-FFF2-40B4-BE49-F238E27FC236}">
                <a16:creationId xmlns:a16="http://schemas.microsoft.com/office/drawing/2014/main" id="{F544F286-7BAB-AED3-9254-C9171B5CCA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1FFC19-583A-63DC-D785-CB0A2C2536EB}"/>
              </a:ext>
            </a:extLst>
          </p:cNvPr>
          <p:cNvSpPr>
            <a:spLocks noGrp="1"/>
          </p:cNvSpPr>
          <p:nvPr>
            <p:ph type="sldNum" sz="quarter" idx="12"/>
          </p:nvPr>
        </p:nvSpPr>
        <p:spPr/>
        <p:txBody>
          <a:bodyPr/>
          <a:lstStyle/>
          <a:p>
            <a:fld id="{30F69270-93A5-4EFA-97D9-CB48AA4AECD1}" type="slidenum">
              <a:rPr lang="en-IN" smtClean="0"/>
              <a:t>‹#›</a:t>
            </a:fld>
            <a:endParaRPr lang="en-IN"/>
          </a:p>
        </p:txBody>
      </p:sp>
    </p:spTree>
    <p:extLst>
      <p:ext uri="{BB962C8B-B14F-4D97-AF65-F5344CB8AC3E}">
        <p14:creationId xmlns:p14="http://schemas.microsoft.com/office/powerpoint/2010/main" val="2064202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823A8-A4B3-5648-4739-5D8260C76C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720A284-345A-968D-1C01-5C19FE5226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E8B7BB-3CD4-0137-6595-A60A1A548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78E7AF-F0D2-5B2F-EB99-D537D0BB8FF8}"/>
              </a:ext>
            </a:extLst>
          </p:cNvPr>
          <p:cNvSpPr>
            <a:spLocks noGrp="1"/>
          </p:cNvSpPr>
          <p:nvPr>
            <p:ph type="dt" sz="half" idx="10"/>
          </p:nvPr>
        </p:nvSpPr>
        <p:spPr/>
        <p:txBody>
          <a:bodyPr/>
          <a:lstStyle/>
          <a:p>
            <a:fld id="{5BD45B34-B3EB-4850-B9F8-2C7B58265953}" type="datetimeFigureOut">
              <a:rPr lang="en-IN" smtClean="0"/>
              <a:t>27-06-2026</a:t>
            </a:fld>
            <a:endParaRPr lang="en-IN"/>
          </a:p>
        </p:txBody>
      </p:sp>
      <p:sp>
        <p:nvSpPr>
          <p:cNvPr id="6" name="Footer Placeholder 5">
            <a:extLst>
              <a:ext uri="{FF2B5EF4-FFF2-40B4-BE49-F238E27FC236}">
                <a16:creationId xmlns:a16="http://schemas.microsoft.com/office/drawing/2014/main" id="{AD5D371B-F7D7-BA3B-D090-9DA2FE2326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4ACAF0-F838-5470-90D1-2C6B075D4C33}"/>
              </a:ext>
            </a:extLst>
          </p:cNvPr>
          <p:cNvSpPr>
            <a:spLocks noGrp="1"/>
          </p:cNvSpPr>
          <p:nvPr>
            <p:ph type="sldNum" sz="quarter" idx="12"/>
          </p:nvPr>
        </p:nvSpPr>
        <p:spPr/>
        <p:txBody>
          <a:bodyPr/>
          <a:lstStyle/>
          <a:p>
            <a:fld id="{30F69270-93A5-4EFA-97D9-CB48AA4AECD1}" type="slidenum">
              <a:rPr lang="en-IN" smtClean="0"/>
              <a:t>‹#›</a:t>
            </a:fld>
            <a:endParaRPr lang="en-IN"/>
          </a:p>
        </p:txBody>
      </p:sp>
    </p:spTree>
    <p:extLst>
      <p:ext uri="{BB962C8B-B14F-4D97-AF65-F5344CB8AC3E}">
        <p14:creationId xmlns:p14="http://schemas.microsoft.com/office/powerpoint/2010/main" val="507480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3B35D-2868-2E65-0579-3196FC056E6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AE4DCE-9C44-0EE9-76CB-2D9CECC88B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CE88DD-40EF-27EC-B865-A02DED083D2A}"/>
              </a:ext>
            </a:extLst>
          </p:cNvPr>
          <p:cNvSpPr>
            <a:spLocks noGrp="1"/>
          </p:cNvSpPr>
          <p:nvPr>
            <p:ph type="dt" sz="half" idx="10"/>
          </p:nvPr>
        </p:nvSpPr>
        <p:spPr/>
        <p:txBody>
          <a:bodyPr/>
          <a:lstStyle/>
          <a:p>
            <a:fld id="{5BD45B34-B3EB-4850-B9F8-2C7B58265953}" type="datetimeFigureOut">
              <a:rPr lang="en-IN" smtClean="0"/>
              <a:t>27-06-2026</a:t>
            </a:fld>
            <a:endParaRPr lang="en-IN"/>
          </a:p>
        </p:txBody>
      </p:sp>
      <p:sp>
        <p:nvSpPr>
          <p:cNvPr id="5" name="Footer Placeholder 4">
            <a:extLst>
              <a:ext uri="{FF2B5EF4-FFF2-40B4-BE49-F238E27FC236}">
                <a16:creationId xmlns:a16="http://schemas.microsoft.com/office/drawing/2014/main" id="{A9AF83A9-FFC7-AA5C-6DE8-10ED2A2B7B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265EC4-983E-5BC2-0A42-537D82549D6C}"/>
              </a:ext>
            </a:extLst>
          </p:cNvPr>
          <p:cNvSpPr>
            <a:spLocks noGrp="1"/>
          </p:cNvSpPr>
          <p:nvPr>
            <p:ph type="sldNum" sz="quarter" idx="12"/>
          </p:nvPr>
        </p:nvSpPr>
        <p:spPr/>
        <p:txBody>
          <a:bodyPr/>
          <a:lstStyle/>
          <a:p>
            <a:fld id="{30F69270-93A5-4EFA-97D9-CB48AA4AECD1}" type="slidenum">
              <a:rPr lang="en-IN" smtClean="0"/>
              <a:t>‹#›</a:t>
            </a:fld>
            <a:endParaRPr lang="en-IN"/>
          </a:p>
        </p:txBody>
      </p:sp>
    </p:spTree>
    <p:extLst>
      <p:ext uri="{BB962C8B-B14F-4D97-AF65-F5344CB8AC3E}">
        <p14:creationId xmlns:p14="http://schemas.microsoft.com/office/powerpoint/2010/main" val="1005638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66F02F-E49B-CBD4-4589-01E4175814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54589C-42D8-9668-AD37-CA9DE86FAE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C75676-D9E3-ADAA-5988-580B30080A20}"/>
              </a:ext>
            </a:extLst>
          </p:cNvPr>
          <p:cNvSpPr>
            <a:spLocks noGrp="1"/>
          </p:cNvSpPr>
          <p:nvPr>
            <p:ph type="dt" sz="half" idx="10"/>
          </p:nvPr>
        </p:nvSpPr>
        <p:spPr/>
        <p:txBody>
          <a:bodyPr/>
          <a:lstStyle/>
          <a:p>
            <a:fld id="{5BD45B34-B3EB-4850-B9F8-2C7B58265953}" type="datetimeFigureOut">
              <a:rPr lang="en-IN" smtClean="0"/>
              <a:t>27-06-2026</a:t>
            </a:fld>
            <a:endParaRPr lang="en-IN"/>
          </a:p>
        </p:txBody>
      </p:sp>
      <p:sp>
        <p:nvSpPr>
          <p:cNvPr id="5" name="Footer Placeholder 4">
            <a:extLst>
              <a:ext uri="{FF2B5EF4-FFF2-40B4-BE49-F238E27FC236}">
                <a16:creationId xmlns:a16="http://schemas.microsoft.com/office/drawing/2014/main" id="{990A0281-6C33-EB6C-8CAE-3759FB9E37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6CD9A5-80F2-F8C1-4448-C74AAEB75FA8}"/>
              </a:ext>
            </a:extLst>
          </p:cNvPr>
          <p:cNvSpPr>
            <a:spLocks noGrp="1"/>
          </p:cNvSpPr>
          <p:nvPr>
            <p:ph type="sldNum" sz="quarter" idx="12"/>
          </p:nvPr>
        </p:nvSpPr>
        <p:spPr/>
        <p:txBody>
          <a:bodyPr/>
          <a:lstStyle/>
          <a:p>
            <a:fld id="{30F69270-93A5-4EFA-97D9-CB48AA4AECD1}" type="slidenum">
              <a:rPr lang="en-IN" smtClean="0"/>
              <a:t>‹#›</a:t>
            </a:fld>
            <a:endParaRPr lang="en-IN"/>
          </a:p>
        </p:txBody>
      </p:sp>
    </p:spTree>
    <p:extLst>
      <p:ext uri="{BB962C8B-B14F-4D97-AF65-F5344CB8AC3E}">
        <p14:creationId xmlns:p14="http://schemas.microsoft.com/office/powerpoint/2010/main" val="739905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7F31C6-99AC-80BF-A95E-C641C889BB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B056FA-9A2D-90E7-C0C6-F774D168E7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245D9D-C9B0-E07A-D9A5-EAFCCE900C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D45B34-B3EB-4850-B9F8-2C7B58265953}" type="datetimeFigureOut">
              <a:rPr lang="en-IN" smtClean="0"/>
              <a:t>27-06-2026</a:t>
            </a:fld>
            <a:endParaRPr lang="en-IN"/>
          </a:p>
        </p:txBody>
      </p:sp>
      <p:sp>
        <p:nvSpPr>
          <p:cNvPr id="5" name="Footer Placeholder 4">
            <a:extLst>
              <a:ext uri="{FF2B5EF4-FFF2-40B4-BE49-F238E27FC236}">
                <a16:creationId xmlns:a16="http://schemas.microsoft.com/office/drawing/2014/main" id="{543C0962-799D-C626-EA3D-E095AAA039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CDC9522-72C8-305E-C8E8-D0531235F1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F69270-93A5-4EFA-97D9-CB48AA4AECD1}" type="slidenum">
              <a:rPr lang="en-IN" smtClean="0"/>
              <a:t>‹#›</a:t>
            </a:fld>
            <a:endParaRPr lang="en-IN"/>
          </a:p>
        </p:txBody>
      </p:sp>
    </p:spTree>
    <p:extLst>
      <p:ext uri="{BB962C8B-B14F-4D97-AF65-F5344CB8AC3E}">
        <p14:creationId xmlns:p14="http://schemas.microsoft.com/office/powerpoint/2010/main" val="4046822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Harvest Hub' logo with green text ...">
            <a:extLst>
              <a:ext uri="{FF2B5EF4-FFF2-40B4-BE49-F238E27FC236}">
                <a16:creationId xmlns:a16="http://schemas.microsoft.com/office/drawing/2014/main" id="{16B06B98-EAAB-7B89-ECD8-1CAE387204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8527" y="134301"/>
            <a:ext cx="3008363" cy="30083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22F7769-61D3-A748-F4E3-7FA5A1CAE76E}"/>
              </a:ext>
            </a:extLst>
          </p:cNvPr>
          <p:cNvSpPr txBox="1"/>
          <p:nvPr/>
        </p:nvSpPr>
        <p:spPr>
          <a:xfrm>
            <a:off x="432619" y="643842"/>
            <a:ext cx="8485238" cy="830997"/>
          </a:xfrm>
          <a:prstGeom prst="rect">
            <a:avLst/>
          </a:prstGeom>
          <a:noFill/>
        </p:spPr>
        <p:txBody>
          <a:bodyPr wrap="square" rtlCol="0">
            <a:spAutoFit/>
          </a:bodyPr>
          <a:lstStyle/>
          <a:p>
            <a:r>
              <a:rPr lang="en-IN" sz="2400" b="1" dirty="0"/>
              <a:t>NAME</a:t>
            </a:r>
            <a:r>
              <a:rPr lang="en-IN" sz="2400" dirty="0"/>
              <a:t> : Pramod Kumar Jena , </a:t>
            </a:r>
            <a:r>
              <a:rPr lang="en-IN" sz="2400" dirty="0" err="1"/>
              <a:t>Mrutyunjaya</a:t>
            </a:r>
            <a:r>
              <a:rPr lang="en-IN" sz="2400" dirty="0"/>
              <a:t> Sahoo , Priyanka Panda</a:t>
            </a:r>
          </a:p>
          <a:p>
            <a:r>
              <a:rPr lang="en-IN" sz="2400" b="1" dirty="0"/>
              <a:t>COLLEGE</a:t>
            </a:r>
            <a:r>
              <a:rPr lang="en-IN" sz="2400" dirty="0"/>
              <a:t> : </a:t>
            </a:r>
            <a:r>
              <a:rPr lang="en-IN" sz="2400" dirty="0" err="1"/>
              <a:t>Kendrapara</a:t>
            </a:r>
            <a:r>
              <a:rPr lang="en-IN" sz="2400" dirty="0"/>
              <a:t>  Autonomous College</a:t>
            </a:r>
          </a:p>
        </p:txBody>
      </p:sp>
      <p:sp>
        <p:nvSpPr>
          <p:cNvPr id="6" name="TextBox 5">
            <a:extLst>
              <a:ext uri="{FF2B5EF4-FFF2-40B4-BE49-F238E27FC236}">
                <a16:creationId xmlns:a16="http://schemas.microsoft.com/office/drawing/2014/main" id="{73DB1E60-895E-B7A2-55D0-2587332A7513}"/>
              </a:ext>
            </a:extLst>
          </p:cNvPr>
          <p:cNvSpPr txBox="1"/>
          <p:nvPr/>
        </p:nvSpPr>
        <p:spPr>
          <a:xfrm>
            <a:off x="432619" y="1984380"/>
            <a:ext cx="7914968" cy="830997"/>
          </a:xfrm>
          <a:prstGeom prst="rect">
            <a:avLst/>
          </a:prstGeom>
          <a:noFill/>
        </p:spPr>
        <p:txBody>
          <a:bodyPr wrap="square" rtlCol="0">
            <a:spAutoFit/>
          </a:bodyPr>
          <a:lstStyle/>
          <a:p>
            <a:r>
              <a:rPr lang="en-IN" sz="2400" b="1" dirty="0"/>
              <a:t>Project Name </a:t>
            </a:r>
            <a:r>
              <a:rPr lang="en-IN" sz="2400" dirty="0"/>
              <a:t>: Green Harvest Hub</a:t>
            </a:r>
          </a:p>
          <a:p>
            <a:r>
              <a:rPr lang="en-IN" sz="2400" b="1" dirty="0"/>
              <a:t>Project Title </a:t>
            </a:r>
            <a:r>
              <a:rPr lang="en-IN" sz="2400" dirty="0"/>
              <a:t>: Agriculture crop recommendation system</a:t>
            </a:r>
          </a:p>
        </p:txBody>
      </p:sp>
      <p:sp>
        <p:nvSpPr>
          <p:cNvPr id="8" name="TextBox 7">
            <a:extLst>
              <a:ext uri="{FF2B5EF4-FFF2-40B4-BE49-F238E27FC236}">
                <a16:creationId xmlns:a16="http://schemas.microsoft.com/office/drawing/2014/main" id="{53FC3AFF-17AE-8812-E658-A9C299031F8A}"/>
              </a:ext>
            </a:extLst>
          </p:cNvPr>
          <p:cNvSpPr txBox="1"/>
          <p:nvPr/>
        </p:nvSpPr>
        <p:spPr>
          <a:xfrm>
            <a:off x="432619" y="3823928"/>
            <a:ext cx="8809704" cy="2031325"/>
          </a:xfrm>
          <a:prstGeom prst="rect">
            <a:avLst/>
          </a:prstGeom>
          <a:noFill/>
        </p:spPr>
        <p:txBody>
          <a:bodyPr wrap="square" rtlCol="0">
            <a:spAutoFit/>
          </a:bodyPr>
          <a:lstStyle/>
          <a:p>
            <a:r>
              <a:rPr lang="en-IN" sz="2400" b="1" dirty="0"/>
              <a:t>Introduction</a:t>
            </a:r>
            <a:r>
              <a:rPr lang="en-IN" sz="2100" dirty="0"/>
              <a:t> :</a:t>
            </a:r>
          </a:p>
          <a:p>
            <a:r>
              <a:rPr lang="en-US" sz="2100" dirty="0"/>
              <a:t>It is an online  Platform that helps farmers to make informed decisions by recommending suitable crops based on soil and weather conditions. The platform also provides an online marketplace where farmers can buy seeds and fertilizers and sell harvested vegetables directly to Godown</a:t>
            </a:r>
            <a:r>
              <a:rPr lang="en-US" dirty="0"/>
              <a:t>.</a:t>
            </a:r>
            <a:endParaRPr lang="en-IN" dirty="0"/>
          </a:p>
          <a:p>
            <a:r>
              <a:rPr lang="en-IN" dirty="0"/>
              <a:t>Customer can order fresh vegetables.</a:t>
            </a:r>
          </a:p>
        </p:txBody>
      </p:sp>
    </p:spTree>
    <p:extLst>
      <p:ext uri="{BB962C8B-B14F-4D97-AF65-F5344CB8AC3E}">
        <p14:creationId xmlns:p14="http://schemas.microsoft.com/office/powerpoint/2010/main" val="363227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D6D779-BBB6-7943-7442-59587F33A262}"/>
              </a:ext>
            </a:extLst>
          </p:cNvPr>
          <p:cNvSpPr txBox="1"/>
          <p:nvPr/>
        </p:nvSpPr>
        <p:spPr>
          <a:xfrm>
            <a:off x="240890" y="737419"/>
            <a:ext cx="11710219" cy="2123658"/>
          </a:xfrm>
          <a:prstGeom prst="rect">
            <a:avLst/>
          </a:prstGeom>
          <a:noFill/>
        </p:spPr>
        <p:txBody>
          <a:bodyPr wrap="square" rtlCol="0">
            <a:spAutoFit/>
          </a:bodyPr>
          <a:lstStyle/>
          <a:p>
            <a:r>
              <a:rPr lang="en-IN" sz="2400" b="1" dirty="0"/>
              <a:t>Problem Statement</a:t>
            </a:r>
            <a:r>
              <a:rPr lang="en-IN" dirty="0"/>
              <a:t>:</a:t>
            </a:r>
          </a:p>
          <a:p>
            <a:pPr marL="285750" indent="-285750">
              <a:buFont typeface="Wingdings" panose="05000000000000000000" pitchFamily="2" charset="2"/>
              <a:buChar char="Ø"/>
            </a:pPr>
            <a:r>
              <a:rPr lang="en-IN" dirty="0"/>
              <a:t>Low crop yield and profit.</a:t>
            </a:r>
          </a:p>
          <a:p>
            <a:pPr marL="285750" indent="-285750">
              <a:buFont typeface="Wingdings" panose="05000000000000000000" pitchFamily="2" charset="2"/>
              <a:buChar char="Ø"/>
            </a:pPr>
            <a:r>
              <a:rPr lang="en-IN" dirty="0"/>
              <a:t>Lack of expert agricultural guidance.</a:t>
            </a:r>
          </a:p>
          <a:p>
            <a:pPr marL="285750" indent="-285750">
              <a:buFont typeface="Wingdings" panose="05000000000000000000" pitchFamily="2" charset="2"/>
              <a:buChar char="Ø"/>
            </a:pPr>
            <a:r>
              <a:rPr lang="en-IN" dirty="0"/>
              <a:t>Difficulty accessing quality seeds and fertilizers.</a:t>
            </a:r>
          </a:p>
          <a:p>
            <a:pPr marL="285750" indent="-285750">
              <a:buFont typeface="Wingdings" panose="05000000000000000000" pitchFamily="2" charset="2"/>
              <a:buChar char="Ø"/>
            </a:pPr>
            <a:r>
              <a:rPr lang="en-IN" dirty="0"/>
              <a:t>Dependence on middlemen for selling vegetables.</a:t>
            </a:r>
          </a:p>
          <a:p>
            <a:pPr marL="285750" indent="-285750">
              <a:buFont typeface="Wingdings" panose="05000000000000000000" pitchFamily="2" charset="2"/>
              <a:buChar char="Ø"/>
            </a:pPr>
            <a:r>
              <a:rPr lang="en-IN" dirty="0"/>
              <a:t>No integrated platform for farming needs.</a:t>
            </a:r>
          </a:p>
          <a:p>
            <a:pPr marL="285750" indent="-285750">
              <a:buFont typeface="Wingdings" panose="05000000000000000000" pitchFamily="2" charset="2"/>
              <a:buChar char="Ø"/>
            </a:pPr>
            <a:r>
              <a:rPr lang="en-IN" dirty="0"/>
              <a:t>Wrong crop selection by farmers.</a:t>
            </a:r>
          </a:p>
        </p:txBody>
      </p:sp>
      <p:sp>
        <p:nvSpPr>
          <p:cNvPr id="3" name="TextBox 2">
            <a:extLst>
              <a:ext uri="{FF2B5EF4-FFF2-40B4-BE49-F238E27FC236}">
                <a16:creationId xmlns:a16="http://schemas.microsoft.com/office/drawing/2014/main" id="{3945769C-2669-CF14-2861-1584F2009BAA}"/>
              </a:ext>
            </a:extLst>
          </p:cNvPr>
          <p:cNvSpPr txBox="1"/>
          <p:nvPr/>
        </p:nvSpPr>
        <p:spPr>
          <a:xfrm>
            <a:off x="240890" y="3790336"/>
            <a:ext cx="10058400" cy="2123658"/>
          </a:xfrm>
          <a:prstGeom prst="rect">
            <a:avLst/>
          </a:prstGeom>
          <a:noFill/>
        </p:spPr>
        <p:txBody>
          <a:bodyPr wrap="square" rtlCol="0">
            <a:spAutoFit/>
          </a:bodyPr>
          <a:lstStyle/>
          <a:p>
            <a:r>
              <a:rPr lang="en-IN" sz="2400" b="1" dirty="0"/>
              <a:t>Why does this Problem Exist?</a:t>
            </a:r>
          </a:p>
          <a:p>
            <a:pPr marL="285750" indent="-285750">
              <a:buFont typeface="Wingdings" panose="05000000000000000000" pitchFamily="2" charset="2"/>
              <a:buChar char="Ø"/>
            </a:pPr>
            <a:r>
              <a:rPr lang="en-IN" dirty="0"/>
              <a:t>Lack of soil and weather analysis.</a:t>
            </a:r>
          </a:p>
          <a:p>
            <a:pPr marL="285750" indent="-285750">
              <a:buFont typeface="Wingdings" panose="05000000000000000000" pitchFamily="2" charset="2"/>
              <a:buChar char="Ø"/>
            </a:pPr>
            <a:r>
              <a:rPr lang="en-IN" dirty="0"/>
              <a:t>Limited access to agricultural information.</a:t>
            </a:r>
          </a:p>
          <a:p>
            <a:pPr marL="285750" indent="-285750">
              <a:buFont typeface="Wingdings" panose="05000000000000000000" pitchFamily="2" charset="2"/>
              <a:buChar char="Ø"/>
            </a:pPr>
            <a:r>
              <a:rPr lang="en-IN" dirty="0"/>
              <a:t>Traditional farming practices.</a:t>
            </a:r>
          </a:p>
          <a:p>
            <a:pPr marL="285750" indent="-285750">
              <a:buFont typeface="Wingdings" panose="05000000000000000000" pitchFamily="2" charset="2"/>
              <a:buChar char="Ø"/>
            </a:pPr>
            <a:r>
              <a:rPr lang="en-IN" dirty="0"/>
              <a:t>Poor market connectivity.</a:t>
            </a:r>
          </a:p>
          <a:p>
            <a:pPr marL="285750" indent="-285750">
              <a:buFont typeface="Wingdings" panose="05000000000000000000" pitchFamily="2" charset="2"/>
              <a:buChar char="Ø"/>
            </a:pPr>
            <a:r>
              <a:rPr lang="en-IN" dirty="0"/>
              <a:t>Lack of digital solutions in agriculture.</a:t>
            </a:r>
          </a:p>
          <a:p>
            <a:pPr marL="285750" indent="-285750">
              <a:buFont typeface="Wingdings" panose="05000000000000000000" pitchFamily="2" charset="2"/>
              <a:buChar char="Ø"/>
            </a:pPr>
            <a:r>
              <a:rPr lang="en-IN" dirty="0"/>
              <a:t>Insufficient data-driven decision-making.</a:t>
            </a:r>
          </a:p>
        </p:txBody>
      </p:sp>
    </p:spTree>
    <p:extLst>
      <p:ext uri="{BB962C8B-B14F-4D97-AF65-F5344CB8AC3E}">
        <p14:creationId xmlns:p14="http://schemas.microsoft.com/office/powerpoint/2010/main" val="1842767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86223-D497-997F-ECC0-AD2CCA698E87}"/>
              </a:ext>
            </a:extLst>
          </p:cNvPr>
          <p:cNvSpPr txBox="1"/>
          <p:nvPr/>
        </p:nvSpPr>
        <p:spPr>
          <a:xfrm>
            <a:off x="505057" y="324465"/>
            <a:ext cx="10874478" cy="4555093"/>
          </a:xfrm>
          <a:prstGeom prst="rect">
            <a:avLst/>
          </a:prstGeom>
          <a:noFill/>
        </p:spPr>
        <p:txBody>
          <a:bodyPr wrap="square" rtlCol="0">
            <a:spAutoFit/>
          </a:bodyPr>
          <a:lstStyle/>
          <a:p>
            <a:r>
              <a:rPr lang="en-IN" sz="2000" b="1" dirty="0"/>
              <a:t>Stake holder:</a:t>
            </a:r>
            <a:r>
              <a:rPr lang="en-US" sz="2000" b="1" dirty="0"/>
              <a:t> </a:t>
            </a:r>
            <a:r>
              <a:rPr lang="en-US" dirty="0"/>
              <a:t>Those have some interest over this platform.</a:t>
            </a:r>
            <a:endParaRPr lang="en-US" sz="2000" b="1" dirty="0"/>
          </a:p>
          <a:p>
            <a:pPr marL="342900" indent="-342900">
              <a:buAutoNum type="arabicPeriod"/>
            </a:pPr>
            <a:r>
              <a:rPr lang="en-US" b="1" dirty="0"/>
              <a:t>Primary Stakeholders </a:t>
            </a:r>
            <a:r>
              <a:rPr lang="en-US" dirty="0"/>
              <a:t>:These stakeholders directly use or benefit from the system.</a:t>
            </a:r>
          </a:p>
          <a:p>
            <a:r>
              <a:rPr lang="en-US" dirty="0"/>
              <a:t>         Farmers</a:t>
            </a:r>
          </a:p>
          <a:p>
            <a:r>
              <a:rPr lang="en-US" dirty="0"/>
              <a:t>         Buyers/Consumers</a:t>
            </a:r>
          </a:p>
          <a:p>
            <a:r>
              <a:rPr lang="en-US" dirty="0"/>
              <a:t>         Seed Suppliers</a:t>
            </a:r>
          </a:p>
          <a:p>
            <a:r>
              <a:rPr lang="en-US" dirty="0"/>
              <a:t>         Fertilizer Suppliers</a:t>
            </a:r>
          </a:p>
          <a:p>
            <a:endParaRPr lang="en-US" dirty="0"/>
          </a:p>
          <a:p>
            <a:r>
              <a:rPr lang="en-US" dirty="0"/>
              <a:t>2.   </a:t>
            </a:r>
            <a:r>
              <a:rPr lang="en-US" b="1" dirty="0"/>
              <a:t>Secondary Stakeholders </a:t>
            </a:r>
            <a:r>
              <a:rPr lang="en-US" dirty="0"/>
              <a:t>:These stakeholders support or manage the system.</a:t>
            </a:r>
          </a:p>
          <a:p>
            <a:r>
              <a:rPr lang="en-US" dirty="0"/>
              <a:t>         System Administrator </a:t>
            </a:r>
          </a:p>
          <a:p>
            <a:r>
              <a:rPr lang="en-US" dirty="0"/>
              <a:t>         Delivery Partners</a:t>
            </a:r>
          </a:p>
          <a:p>
            <a:r>
              <a:rPr lang="en-US" dirty="0"/>
              <a:t>         Agricultural Experts</a:t>
            </a:r>
          </a:p>
          <a:p>
            <a:endParaRPr lang="en-US" dirty="0"/>
          </a:p>
          <a:p>
            <a:r>
              <a:rPr lang="en-US" dirty="0"/>
              <a:t>3.   </a:t>
            </a:r>
            <a:r>
              <a:rPr lang="en-US" b="1" dirty="0"/>
              <a:t>External Stakeholders </a:t>
            </a:r>
            <a:r>
              <a:rPr lang="en-US" dirty="0"/>
              <a:t>:These stakeholders are outside the system but have an interest in its outcomes.</a:t>
            </a:r>
          </a:p>
          <a:p>
            <a:r>
              <a:rPr lang="en-US" dirty="0"/>
              <a:t>          Government Agricultural Departments</a:t>
            </a:r>
          </a:p>
          <a:p>
            <a:r>
              <a:rPr lang="en-US" dirty="0"/>
              <a:t>          Agricultural Organizations/NGOs</a:t>
            </a:r>
          </a:p>
          <a:p>
            <a:r>
              <a:rPr lang="en-US" dirty="0"/>
              <a:t>          Financial Institutions (for agricultural loans and payments)</a:t>
            </a:r>
          </a:p>
        </p:txBody>
      </p:sp>
      <p:sp>
        <p:nvSpPr>
          <p:cNvPr id="3" name="TextBox 2">
            <a:extLst>
              <a:ext uri="{FF2B5EF4-FFF2-40B4-BE49-F238E27FC236}">
                <a16:creationId xmlns:a16="http://schemas.microsoft.com/office/drawing/2014/main" id="{54312B72-7381-4CE5-D726-D4095002B64A}"/>
              </a:ext>
            </a:extLst>
          </p:cNvPr>
          <p:cNvSpPr txBox="1"/>
          <p:nvPr/>
        </p:nvSpPr>
        <p:spPr>
          <a:xfrm>
            <a:off x="607191" y="4879558"/>
            <a:ext cx="9183329" cy="1785104"/>
          </a:xfrm>
          <a:prstGeom prst="rect">
            <a:avLst/>
          </a:prstGeom>
          <a:noFill/>
        </p:spPr>
        <p:txBody>
          <a:bodyPr wrap="square" rtlCol="0">
            <a:spAutoFit/>
          </a:bodyPr>
          <a:lstStyle/>
          <a:p>
            <a:r>
              <a:rPr lang="en-IN" sz="2000" b="1" dirty="0"/>
              <a:t>Objectives</a:t>
            </a:r>
            <a:r>
              <a:rPr lang="en-IN" dirty="0"/>
              <a:t>:</a:t>
            </a:r>
          </a:p>
          <a:p>
            <a:pPr marL="285750" indent="-285750">
              <a:buFont typeface="Arial" panose="020B0604020202020204" pitchFamily="34" charset="0"/>
              <a:buChar char="•"/>
            </a:pPr>
            <a:r>
              <a:rPr lang="en-US" dirty="0"/>
              <a:t>Recommend the most suitable crops for cultivation.</a:t>
            </a:r>
          </a:p>
          <a:p>
            <a:pPr marL="285750" indent="-285750">
              <a:buFont typeface="Arial" panose="020B0604020202020204" pitchFamily="34" charset="0"/>
              <a:buChar char="•"/>
            </a:pPr>
            <a:r>
              <a:rPr lang="en-US" dirty="0"/>
              <a:t>Enable online purchase of seeds and fertilizers.</a:t>
            </a:r>
          </a:p>
          <a:p>
            <a:pPr marL="285750" indent="-285750">
              <a:buFont typeface="Arial" panose="020B0604020202020204" pitchFamily="34" charset="0"/>
              <a:buChar char="•"/>
            </a:pPr>
            <a:r>
              <a:rPr lang="en-US" dirty="0"/>
              <a:t>Allow farmers to sell vegetables through the platform.</a:t>
            </a:r>
          </a:p>
          <a:p>
            <a:pPr marL="285750" indent="-285750">
              <a:buFont typeface="Arial" panose="020B0604020202020204" pitchFamily="34" charset="0"/>
              <a:buChar char="•"/>
            </a:pPr>
            <a:r>
              <a:rPr lang="en-US" dirty="0"/>
              <a:t>Improve agricultural productivity and profitability.</a:t>
            </a:r>
          </a:p>
          <a:p>
            <a:pPr marL="285750" indent="-285750">
              <a:buFont typeface="Arial" panose="020B0604020202020204" pitchFamily="34" charset="0"/>
              <a:buChar char="•"/>
            </a:pPr>
            <a:r>
              <a:rPr lang="en-US" dirty="0"/>
              <a:t>Support data-driven farming decisions.</a:t>
            </a:r>
            <a:endParaRPr lang="en-IN" dirty="0"/>
          </a:p>
        </p:txBody>
      </p:sp>
    </p:spTree>
    <p:extLst>
      <p:ext uri="{BB962C8B-B14F-4D97-AF65-F5344CB8AC3E}">
        <p14:creationId xmlns:p14="http://schemas.microsoft.com/office/powerpoint/2010/main" val="2228643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C37E81-E67D-A819-D307-559FB7A1A17C}"/>
              </a:ext>
            </a:extLst>
          </p:cNvPr>
          <p:cNvSpPr txBox="1"/>
          <p:nvPr/>
        </p:nvSpPr>
        <p:spPr>
          <a:xfrm>
            <a:off x="344129" y="353961"/>
            <a:ext cx="10726994" cy="6124754"/>
          </a:xfrm>
          <a:prstGeom prst="rect">
            <a:avLst/>
          </a:prstGeom>
          <a:noFill/>
        </p:spPr>
        <p:txBody>
          <a:bodyPr wrap="square" rtlCol="0">
            <a:spAutoFit/>
          </a:bodyPr>
          <a:lstStyle/>
          <a:p>
            <a:r>
              <a:rPr lang="en-IN" sz="2400" b="1" dirty="0"/>
              <a:t>Main module</a:t>
            </a:r>
          </a:p>
          <a:p>
            <a:pPr marL="342900" indent="-342900">
              <a:buAutoNum type="arabicPeriod"/>
            </a:pPr>
            <a:r>
              <a:rPr lang="en-IN" sz="2000" b="1" dirty="0"/>
              <a:t>Crop Recommendation Module</a:t>
            </a:r>
          </a:p>
          <a:p>
            <a:r>
              <a:rPr lang="en-IN" dirty="0"/>
              <a:t>    </a:t>
            </a:r>
            <a:r>
              <a:rPr lang="en-IN" b="1" dirty="0"/>
              <a:t>Inputs:</a:t>
            </a:r>
          </a:p>
          <a:p>
            <a:pPr marL="285750" indent="-285750">
              <a:buFont typeface="Arial" panose="020B0604020202020204" pitchFamily="34" charset="0"/>
              <a:buChar char="•"/>
            </a:pPr>
            <a:r>
              <a:rPr lang="en-IN" dirty="0"/>
              <a:t>      Nitrogen (N)</a:t>
            </a:r>
          </a:p>
          <a:p>
            <a:pPr marL="285750" indent="-285750">
              <a:buFont typeface="Arial" panose="020B0604020202020204" pitchFamily="34" charset="0"/>
              <a:buChar char="•"/>
            </a:pPr>
            <a:r>
              <a:rPr lang="en-IN" dirty="0"/>
              <a:t>      Phosphorus (P)</a:t>
            </a:r>
          </a:p>
          <a:p>
            <a:pPr marL="285750" indent="-285750">
              <a:buFont typeface="Arial" panose="020B0604020202020204" pitchFamily="34" charset="0"/>
              <a:buChar char="•"/>
            </a:pPr>
            <a:r>
              <a:rPr lang="en-IN" dirty="0"/>
              <a:t>      Potassium (K)</a:t>
            </a:r>
          </a:p>
          <a:p>
            <a:pPr marL="285750" indent="-285750">
              <a:buFont typeface="Arial" panose="020B0604020202020204" pitchFamily="34" charset="0"/>
              <a:buChar char="•"/>
            </a:pPr>
            <a:r>
              <a:rPr lang="en-IN" dirty="0"/>
              <a:t>     Temperature</a:t>
            </a:r>
          </a:p>
          <a:p>
            <a:pPr marL="285750" indent="-285750">
              <a:buFont typeface="Arial" panose="020B0604020202020204" pitchFamily="34" charset="0"/>
              <a:buChar char="•"/>
            </a:pPr>
            <a:r>
              <a:rPr lang="en-IN" dirty="0"/>
              <a:t>     HumiditypH </a:t>
            </a:r>
          </a:p>
          <a:p>
            <a:pPr marL="285750" indent="-285750">
              <a:buFont typeface="Arial" panose="020B0604020202020204" pitchFamily="34" charset="0"/>
              <a:buChar char="•"/>
            </a:pPr>
            <a:r>
              <a:rPr lang="en-IN" dirty="0"/>
              <a:t>     Rainfall rate</a:t>
            </a:r>
          </a:p>
          <a:p>
            <a:endParaRPr lang="en-IN" dirty="0"/>
          </a:p>
          <a:p>
            <a:r>
              <a:rPr lang="en-IN" dirty="0"/>
              <a:t>  </a:t>
            </a:r>
            <a:r>
              <a:rPr lang="en-IN" b="1" dirty="0"/>
              <a:t>Outputs:</a:t>
            </a:r>
          </a:p>
          <a:p>
            <a:pPr marL="285750" indent="-285750">
              <a:buFont typeface="Arial" panose="020B0604020202020204" pitchFamily="34" charset="0"/>
              <a:buChar char="•"/>
            </a:pPr>
            <a:r>
              <a:rPr lang="en-IN" dirty="0"/>
              <a:t>    Recommended Crop</a:t>
            </a:r>
          </a:p>
          <a:p>
            <a:pPr marL="285750" indent="-285750">
              <a:buFont typeface="Arial" panose="020B0604020202020204" pitchFamily="34" charset="0"/>
              <a:buChar char="•"/>
            </a:pPr>
            <a:r>
              <a:rPr lang="en-IN" dirty="0"/>
              <a:t>    Suitability Percentage</a:t>
            </a:r>
          </a:p>
          <a:p>
            <a:pPr marL="285750" indent="-285750">
              <a:buFont typeface="Arial" panose="020B0604020202020204" pitchFamily="34" charset="0"/>
              <a:buChar char="•"/>
            </a:pPr>
            <a:r>
              <a:rPr lang="en-IN" dirty="0"/>
              <a:t>    Crop Cultivation Tips. </a:t>
            </a:r>
          </a:p>
          <a:p>
            <a:endParaRPr lang="en-IN" dirty="0"/>
          </a:p>
          <a:p>
            <a:r>
              <a:rPr lang="en-IN" sz="2000" b="1" dirty="0"/>
              <a:t>2.</a:t>
            </a:r>
            <a:r>
              <a:rPr lang="en-IN" dirty="0"/>
              <a:t> </a:t>
            </a:r>
            <a:r>
              <a:rPr lang="en-IN" sz="2000" b="1" dirty="0"/>
              <a:t>Seed Store Module</a:t>
            </a:r>
            <a:endParaRPr lang="en-IN" b="1" dirty="0"/>
          </a:p>
          <a:p>
            <a:pPr marL="285750" indent="-285750">
              <a:buFont typeface="Arial" panose="020B0604020202020204" pitchFamily="34" charset="0"/>
              <a:buChar char="•"/>
            </a:pPr>
            <a:r>
              <a:rPr lang="en-IN" dirty="0"/>
              <a:t>      Browse seeds</a:t>
            </a:r>
          </a:p>
          <a:p>
            <a:pPr marL="285750" indent="-285750">
              <a:buFont typeface="Arial" panose="020B0604020202020204" pitchFamily="34" charset="0"/>
              <a:buChar char="•"/>
            </a:pPr>
            <a:r>
              <a:rPr lang="en-IN" dirty="0"/>
              <a:t>      Search seeds</a:t>
            </a:r>
          </a:p>
          <a:p>
            <a:pPr marL="285750" indent="-285750">
              <a:buFont typeface="Arial" panose="020B0604020202020204" pitchFamily="34" charset="0"/>
              <a:buChar char="•"/>
            </a:pPr>
            <a:r>
              <a:rPr lang="en-IN" dirty="0"/>
              <a:t>      Add to cart</a:t>
            </a:r>
          </a:p>
          <a:p>
            <a:pPr marL="285750" indent="-285750">
              <a:buFont typeface="Arial" panose="020B0604020202020204" pitchFamily="34" charset="0"/>
              <a:buChar char="•"/>
            </a:pPr>
            <a:r>
              <a:rPr lang="en-IN" dirty="0"/>
              <a:t>      Place orders</a:t>
            </a:r>
          </a:p>
          <a:p>
            <a:pPr marL="285750" indent="-285750">
              <a:buFont typeface="Arial" panose="020B0604020202020204" pitchFamily="34" charset="0"/>
              <a:buChar char="•"/>
            </a:pPr>
            <a:r>
              <a:rPr lang="en-IN" dirty="0"/>
              <a:t>      Online payment.</a:t>
            </a:r>
          </a:p>
        </p:txBody>
      </p:sp>
    </p:spTree>
    <p:extLst>
      <p:ext uri="{BB962C8B-B14F-4D97-AF65-F5344CB8AC3E}">
        <p14:creationId xmlns:p14="http://schemas.microsoft.com/office/powerpoint/2010/main" val="3191105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FD2E7D-ADA0-A158-578F-448BA533800B}"/>
              </a:ext>
            </a:extLst>
          </p:cNvPr>
          <p:cNvSpPr txBox="1"/>
          <p:nvPr/>
        </p:nvSpPr>
        <p:spPr>
          <a:xfrm>
            <a:off x="294968" y="265471"/>
            <a:ext cx="10353367" cy="5170646"/>
          </a:xfrm>
          <a:prstGeom prst="rect">
            <a:avLst/>
          </a:prstGeom>
          <a:noFill/>
        </p:spPr>
        <p:txBody>
          <a:bodyPr wrap="square" rtlCol="0">
            <a:spAutoFit/>
          </a:bodyPr>
          <a:lstStyle/>
          <a:p>
            <a:r>
              <a:rPr lang="en-IN" sz="2000" b="1" dirty="0"/>
              <a:t>3. Fertilizer Store Module </a:t>
            </a:r>
          </a:p>
          <a:p>
            <a:pPr marL="285750" indent="-285750">
              <a:buFont typeface="Arial" panose="020B0604020202020204" pitchFamily="34" charset="0"/>
              <a:buChar char="•"/>
            </a:pPr>
            <a:r>
              <a:rPr lang="en-IN" dirty="0"/>
              <a:t>     View fertilizer </a:t>
            </a:r>
            <a:r>
              <a:rPr lang="en-IN" dirty="0" err="1"/>
              <a:t>catalog</a:t>
            </a:r>
            <a:endParaRPr lang="en-IN" dirty="0"/>
          </a:p>
          <a:p>
            <a:pPr marL="285750" indent="-285750">
              <a:buFont typeface="Arial" panose="020B0604020202020204" pitchFamily="34" charset="0"/>
              <a:buChar char="•"/>
            </a:pPr>
            <a:r>
              <a:rPr lang="en-IN" dirty="0"/>
              <a:t>     Compare products</a:t>
            </a:r>
          </a:p>
          <a:p>
            <a:pPr marL="285750" indent="-285750">
              <a:buFont typeface="Arial" panose="020B0604020202020204" pitchFamily="34" charset="0"/>
              <a:buChar char="•"/>
            </a:pPr>
            <a:r>
              <a:rPr lang="en-IN" dirty="0"/>
              <a:t>     Purchase fertilizers</a:t>
            </a:r>
          </a:p>
          <a:p>
            <a:pPr marL="285750" indent="-285750">
              <a:buFont typeface="Arial" panose="020B0604020202020204" pitchFamily="34" charset="0"/>
              <a:buChar char="•"/>
            </a:pPr>
            <a:r>
              <a:rPr lang="en-IN" dirty="0"/>
              <a:t>     Track orders</a:t>
            </a:r>
          </a:p>
          <a:p>
            <a:endParaRPr lang="en-IN" dirty="0"/>
          </a:p>
          <a:p>
            <a:r>
              <a:rPr lang="en-IN" sz="2000" b="1" dirty="0"/>
              <a:t>4. Vegetable Storage Module</a:t>
            </a:r>
            <a:r>
              <a:rPr lang="en-IN" dirty="0"/>
              <a:t> </a:t>
            </a:r>
          </a:p>
          <a:p>
            <a:pPr marL="285750" indent="-285750">
              <a:buFont typeface="Arial" panose="020B0604020202020204" pitchFamily="34" charset="0"/>
              <a:buChar char="•"/>
            </a:pPr>
            <a:r>
              <a:rPr lang="en-IN" dirty="0"/>
              <a:t>      Farmers list vegetables for sale</a:t>
            </a:r>
          </a:p>
          <a:p>
            <a:pPr marL="285750" indent="-285750">
              <a:buFont typeface="Arial" panose="020B0604020202020204" pitchFamily="34" charset="0"/>
              <a:buChar char="•"/>
            </a:pPr>
            <a:r>
              <a:rPr lang="en-IN" dirty="0"/>
              <a:t>     Storage management browse products</a:t>
            </a:r>
          </a:p>
          <a:p>
            <a:pPr marL="285750" indent="-285750">
              <a:buFont typeface="Arial" panose="020B0604020202020204" pitchFamily="34" charset="0"/>
              <a:buChar char="•"/>
            </a:pPr>
            <a:r>
              <a:rPr lang="en-IN" dirty="0"/>
              <a:t>     Order management</a:t>
            </a:r>
          </a:p>
          <a:p>
            <a:pPr marL="285750" indent="-285750">
              <a:buFont typeface="Arial" panose="020B0604020202020204" pitchFamily="34" charset="0"/>
              <a:buChar char="•"/>
            </a:pPr>
            <a:r>
              <a:rPr lang="en-IN" dirty="0"/>
              <a:t>     Delivery tracking</a:t>
            </a:r>
          </a:p>
          <a:p>
            <a:endParaRPr lang="en-IN" dirty="0"/>
          </a:p>
          <a:p>
            <a:r>
              <a:rPr lang="en-IN" sz="2000" b="1" dirty="0"/>
              <a:t>6. Admin Module</a:t>
            </a:r>
          </a:p>
          <a:p>
            <a:pPr marL="285750" indent="-285750">
              <a:buFont typeface="Arial" panose="020B0604020202020204" pitchFamily="34" charset="0"/>
              <a:buChar char="•"/>
            </a:pPr>
            <a:r>
              <a:rPr lang="en-IN" dirty="0"/>
              <a:t>     Manage users </a:t>
            </a:r>
          </a:p>
          <a:p>
            <a:pPr marL="285750" indent="-285750">
              <a:buFont typeface="Arial" panose="020B0604020202020204" pitchFamily="34" charset="0"/>
              <a:buChar char="•"/>
            </a:pPr>
            <a:r>
              <a:rPr lang="en-IN" dirty="0"/>
              <a:t>     Manage crops</a:t>
            </a:r>
          </a:p>
          <a:p>
            <a:pPr marL="285750" indent="-285750">
              <a:buFont typeface="Arial" panose="020B0604020202020204" pitchFamily="34" charset="0"/>
              <a:buChar char="•"/>
            </a:pPr>
            <a:r>
              <a:rPr lang="en-IN" dirty="0"/>
              <a:t>     Manage seeds and fertilizers</a:t>
            </a:r>
          </a:p>
          <a:p>
            <a:pPr marL="285750" indent="-285750">
              <a:buFont typeface="Arial" panose="020B0604020202020204" pitchFamily="34" charset="0"/>
              <a:buChar char="•"/>
            </a:pPr>
            <a:r>
              <a:rPr lang="en-IN" dirty="0"/>
              <a:t>     Manage orders</a:t>
            </a:r>
          </a:p>
          <a:p>
            <a:pPr marL="285750" indent="-285750">
              <a:buFont typeface="Arial" panose="020B0604020202020204" pitchFamily="34" charset="0"/>
              <a:buChar char="•"/>
            </a:pPr>
            <a:r>
              <a:rPr lang="en-IN" dirty="0"/>
              <a:t>     Generate reports</a:t>
            </a:r>
          </a:p>
        </p:txBody>
      </p:sp>
    </p:spTree>
    <p:extLst>
      <p:ext uri="{BB962C8B-B14F-4D97-AF65-F5344CB8AC3E}">
        <p14:creationId xmlns:p14="http://schemas.microsoft.com/office/powerpoint/2010/main" val="1355999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3086E6-0C3B-BE6B-1AF0-85A29593D031}"/>
              </a:ext>
            </a:extLst>
          </p:cNvPr>
          <p:cNvSpPr txBox="1"/>
          <p:nvPr/>
        </p:nvSpPr>
        <p:spPr>
          <a:xfrm>
            <a:off x="1463694" y="830828"/>
            <a:ext cx="10923639" cy="4308872"/>
          </a:xfrm>
          <a:prstGeom prst="rect">
            <a:avLst/>
          </a:prstGeom>
          <a:noFill/>
        </p:spPr>
        <p:txBody>
          <a:bodyPr wrap="square" rtlCol="0">
            <a:spAutoFit/>
          </a:bodyPr>
          <a:lstStyle/>
          <a:p>
            <a:r>
              <a:rPr lang="en-IN" sz="2000" b="1" dirty="0"/>
              <a:t>7. Farmer Module </a:t>
            </a:r>
          </a:p>
          <a:p>
            <a:pPr marL="285750" indent="-285750">
              <a:buFont typeface="Arial" panose="020B0604020202020204" pitchFamily="34" charset="0"/>
              <a:buChar char="•"/>
            </a:pPr>
            <a:r>
              <a:rPr lang="en-IN" dirty="0"/>
              <a:t>      Register and log in</a:t>
            </a:r>
          </a:p>
          <a:p>
            <a:pPr marL="285750" indent="-285750">
              <a:buFont typeface="Arial" panose="020B0604020202020204" pitchFamily="34" charset="0"/>
              <a:buChar char="•"/>
            </a:pPr>
            <a:r>
              <a:rPr lang="en-IN" dirty="0"/>
              <a:t>      Enter soil and weather details</a:t>
            </a:r>
          </a:p>
          <a:p>
            <a:pPr marL="285750" indent="-285750">
              <a:buFont typeface="Arial" panose="020B0604020202020204" pitchFamily="34" charset="0"/>
              <a:buChar char="•"/>
            </a:pPr>
            <a:r>
              <a:rPr lang="en-IN" dirty="0"/>
              <a:t>      Receive crop recommendations</a:t>
            </a:r>
          </a:p>
          <a:p>
            <a:pPr marL="285750" indent="-285750">
              <a:buFont typeface="Arial" panose="020B0604020202020204" pitchFamily="34" charset="0"/>
              <a:buChar char="•"/>
            </a:pPr>
            <a:r>
              <a:rPr lang="en-IN" dirty="0"/>
              <a:t>      Buy seeds and fertilizers</a:t>
            </a:r>
          </a:p>
          <a:p>
            <a:pPr marL="285750" indent="-285750">
              <a:buFont typeface="Arial" panose="020B0604020202020204" pitchFamily="34" charset="0"/>
              <a:buChar char="•"/>
            </a:pPr>
            <a:r>
              <a:rPr lang="en-IN" dirty="0"/>
              <a:t>      List vegetables for sale</a:t>
            </a:r>
          </a:p>
          <a:p>
            <a:pPr marL="285750" indent="-285750">
              <a:buFont typeface="Arial" panose="020B0604020202020204" pitchFamily="34" charset="0"/>
              <a:buChar char="•"/>
            </a:pPr>
            <a:r>
              <a:rPr lang="en-IN" dirty="0"/>
              <a:t>      Track orders and sales</a:t>
            </a:r>
          </a:p>
          <a:p>
            <a:pPr lvl="1"/>
            <a:endParaRPr lang="en-IN" dirty="0"/>
          </a:p>
          <a:p>
            <a:r>
              <a:rPr lang="en-IN" sz="2000" b="1" dirty="0"/>
              <a:t>8. Buyer Module</a:t>
            </a:r>
          </a:p>
          <a:p>
            <a:pPr marL="285750" indent="-285750">
              <a:buFont typeface="Arial" panose="020B0604020202020204" pitchFamily="34" charset="0"/>
              <a:buChar char="•"/>
            </a:pPr>
            <a:r>
              <a:rPr lang="en-IN" dirty="0"/>
              <a:t>     Register and log in</a:t>
            </a:r>
          </a:p>
          <a:p>
            <a:pPr marL="285750" indent="-285750">
              <a:buFont typeface="Arial" panose="020B0604020202020204" pitchFamily="34" charset="0"/>
              <a:buChar char="•"/>
            </a:pPr>
            <a:r>
              <a:rPr lang="en-IN" dirty="0"/>
              <a:t>     Browse vegetables</a:t>
            </a:r>
          </a:p>
          <a:p>
            <a:pPr marL="285750" indent="-285750">
              <a:buFont typeface="Arial" panose="020B0604020202020204" pitchFamily="34" charset="0"/>
              <a:buChar char="•"/>
            </a:pPr>
            <a:r>
              <a:rPr lang="en-IN" dirty="0"/>
              <a:t>     Place orders</a:t>
            </a:r>
          </a:p>
          <a:p>
            <a:pPr marL="285750" indent="-285750">
              <a:buFont typeface="Arial" panose="020B0604020202020204" pitchFamily="34" charset="0"/>
              <a:buChar char="•"/>
            </a:pPr>
            <a:r>
              <a:rPr lang="en-IN" dirty="0"/>
              <a:t>     Make payments</a:t>
            </a:r>
          </a:p>
          <a:p>
            <a:pPr marL="285750" indent="-285750">
              <a:buFont typeface="Arial" panose="020B0604020202020204" pitchFamily="34" charset="0"/>
              <a:buChar char="•"/>
            </a:pPr>
            <a:r>
              <a:rPr lang="en-IN" dirty="0"/>
              <a:t>     Track deliveries</a:t>
            </a:r>
          </a:p>
          <a:p>
            <a:endParaRPr lang="en-IN" dirty="0"/>
          </a:p>
        </p:txBody>
      </p:sp>
    </p:spTree>
    <p:extLst>
      <p:ext uri="{BB962C8B-B14F-4D97-AF65-F5344CB8AC3E}">
        <p14:creationId xmlns:p14="http://schemas.microsoft.com/office/powerpoint/2010/main" val="1322292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A1532C-9B56-4874-C0DC-F98AB1ABB1EA}"/>
              </a:ext>
            </a:extLst>
          </p:cNvPr>
          <p:cNvSpPr txBox="1"/>
          <p:nvPr/>
        </p:nvSpPr>
        <p:spPr>
          <a:xfrm>
            <a:off x="285136" y="4434348"/>
            <a:ext cx="8367251" cy="1754326"/>
          </a:xfrm>
          <a:prstGeom prst="rect">
            <a:avLst/>
          </a:prstGeom>
          <a:noFill/>
        </p:spPr>
        <p:txBody>
          <a:bodyPr wrap="square" rtlCol="0">
            <a:spAutoFit/>
          </a:bodyPr>
          <a:lstStyle/>
          <a:p>
            <a:pPr marL="285750" indent="-285750">
              <a:buFont typeface="Wingdings" panose="05000000000000000000" pitchFamily="2" charset="2"/>
              <a:buChar char="q"/>
            </a:pPr>
            <a:r>
              <a:rPr lang="en-US" b="1" dirty="0"/>
              <a:t>Expected Benefits:</a:t>
            </a:r>
          </a:p>
          <a:p>
            <a:pPr marL="285750" indent="-285750">
              <a:buFont typeface="Arial" panose="020B0604020202020204" pitchFamily="34" charset="0"/>
              <a:buChar char="•"/>
            </a:pPr>
            <a:r>
              <a:rPr lang="en-US" dirty="0"/>
              <a:t>  Increased crop yield</a:t>
            </a:r>
          </a:p>
          <a:p>
            <a:pPr marL="285750" indent="-285750">
              <a:buFont typeface="Arial" panose="020B0604020202020204" pitchFamily="34" charset="0"/>
              <a:buChar char="•"/>
            </a:pPr>
            <a:r>
              <a:rPr lang="en-US" dirty="0"/>
              <a:t>  Better farming decisions</a:t>
            </a:r>
          </a:p>
          <a:p>
            <a:pPr marL="285750" indent="-285750">
              <a:buFont typeface="Arial" panose="020B0604020202020204" pitchFamily="34" charset="0"/>
              <a:buChar char="•"/>
            </a:pPr>
            <a:r>
              <a:rPr lang="en-US" dirty="0"/>
              <a:t>  Easy access to agricultural products</a:t>
            </a:r>
          </a:p>
          <a:p>
            <a:pPr marL="285750" indent="-285750">
              <a:buFont typeface="Arial" panose="020B0604020202020204" pitchFamily="34" charset="0"/>
              <a:buChar char="•"/>
            </a:pPr>
            <a:r>
              <a:rPr lang="en-US" dirty="0"/>
              <a:t>  Direct market access for farmers</a:t>
            </a:r>
          </a:p>
          <a:p>
            <a:pPr marL="285750" indent="-285750">
              <a:buFont typeface="Arial" panose="020B0604020202020204" pitchFamily="34" charset="0"/>
              <a:buChar char="•"/>
            </a:pPr>
            <a:r>
              <a:rPr lang="en-US" dirty="0"/>
              <a:t>  Improved income and productivity</a:t>
            </a:r>
            <a:endParaRPr lang="en-IN" dirty="0"/>
          </a:p>
        </p:txBody>
      </p:sp>
      <p:sp>
        <p:nvSpPr>
          <p:cNvPr id="4" name="TextBox 3">
            <a:extLst>
              <a:ext uri="{FF2B5EF4-FFF2-40B4-BE49-F238E27FC236}">
                <a16:creationId xmlns:a16="http://schemas.microsoft.com/office/drawing/2014/main" id="{0590FE22-FC9B-69DD-B8FB-C7C54C448431}"/>
              </a:ext>
            </a:extLst>
          </p:cNvPr>
          <p:cNvSpPr txBox="1"/>
          <p:nvPr/>
        </p:nvSpPr>
        <p:spPr>
          <a:xfrm>
            <a:off x="393290" y="311728"/>
            <a:ext cx="6096000" cy="3447098"/>
          </a:xfrm>
          <a:prstGeom prst="rect">
            <a:avLst/>
          </a:prstGeom>
          <a:noFill/>
        </p:spPr>
        <p:txBody>
          <a:bodyPr wrap="square">
            <a:spAutoFit/>
          </a:bodyPr>
          <a:lstStyle/>
          <a:p>
            <a:pPr marL="285750" indent="-285750">
              <a:buFont typeface="Wingdings" panose="05000000000000000000" pitchFamily="2" charset="2"/>
              <a:buChar char="q"/>
            </a:pPr>
            <a:r>
              <a:rPr lang="en-IN" sz="2000" b="1" dirty="0"/>
              <a:t>MIS Information Levels</a:t>
            </a:r>
          </a:p>
          <a:p>
            <a:pPr marL="285750" indent="-285750">
              <a:buFont typeface="Arial" panose="020B0604020202020204" pitchFamily="34" charset="0"/>
              <a:buChar char="•"/>
            </a:pPr>
            <a:r>
              <a:rPr lang="en-IN" b="1" dirty="0"/>
              <a:t>Operational Information:</a:t>
            </a:r>
          </a:p>
          <a:p>
            <a:r>
              <a:rPr lang="en-IN" dirty="0"/>
              <a:t>          Daily farmer inputs </a:t>
            </a:r>
          </a:p>
          <a:p>
            <a:r>
              <a:rPr lang="en-IN" dirty="0"/>
              <a:t>          Crop recommendations generated</a:t>
            </a:r>
          </a:p>
          <a:p>
            <a:endParaRPr lang="en-IN" dirty="0"/>
          </a:p>
          <a:p>
            <a:pPr marL="285750" indent="-285750">
              <a:buFont typeface="Arial" panose="020B0604020202020204" pitchFamily="34" charset="0"/>
              <a:buChar char="•"/>
            </a:pPr>
            <a:r>
              <a:rPr lang="en-IN" b="1" dirty="0"/>
              <a:t>Tactical Information:</a:t>
            </a:r>
          </a:p>
          <a:p>
            <a:r>
              <a:rPr lang="en-IN" dirty="0"/>
              <a:t>         Monthly crop demand analysis</a:t>
            </a:r>
          </a:p>
          <a:p>
            <a:r>
              <a:rPr lang="en-IN" dirty="0"/>
              <a:t>         Regional crop trends</a:t>
            </a:r>
          </a:p>
          <a:p>
            <a:endParaRPr lang="en-IN" dirty="0"/>
          </a:p>
          <a:p>
            <a:pPr marL="285750" indent="-285750">
              <a:buFont typeface="Arial" panose="020B0604020202020204" pitchFamily="34" charset="0"/>
              <a:buChar char="•"/>
            </a:pPr>
            <a:r>
              <a:rPr lang="en-IN" b="1" dirty="0"/>
              <a:t>Strategic Information:</a:t>
            </a:r>
          </a:p>
          <a:p>
            <a:r>
              <a:rPr lang="en-IN" dirty="0"/>
              <a:t>         Long-term agricultural planning</a:t>
            </a:r>
          </a:p>
          <a:p>
            <a:r>
              <a:rPr lang="en-IN" dirty="0"/>
              <a:t>         Government policy support</a:t>
            </a:r>
          </a:p>
        </p:txBody>
      </p:sp>
    </p:spTree>
    <p:extLst>
      <p:ext uri="{BB962C8B-B14F-4D97-AF65-F5344CB8AC3E}">
        <p14:creationId xmlns:p14="http://schemas.microsoft.com/office/powerpoint/2010/main" val="4107012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42E01CD-2B30-F014-4AB3-6599641404D8}"/>
              </a:ext>
            </a:extLst>
          </p:cNvPr>
          <p:cNvSpPr txBox="1"/>
          <p:nvPr/>
        </p:nvSpPr>
        <p:spPr>
          <a:xfrm>
            <a:off x="93561" y="0"/>
            <a:ext cx="7128388" cy="2369880"/>
          </a:xfrm>
          <a:prstGeom prst="rect">
            <a:avLst/>
          </a:prstGeom>
          <a:noFill/>
        </p:spPr>
        <p:txBody>
          <a:bodyPr wrap="square" rtlCol="0">
            <a:spAutoFit/>
          </a:bodyPr>
          <a:lstStyle/>
          <a:p>
            <a:pPr marL="457200" indent="-457200">
              <a:buFont typeface="Wingdings" panose="05000000000000000000" pitchFamily="2" charset="2"/>
              <a:buChar char="q"/>
            </a:pPr>
            <a:r>
              <a:rPr lang="en-IN" sz="2400" b="1" dirty="0"/>
              <a:t>Users :-</a:t>
            </a:r>
            <a:r>
              <a:rPr lang="en-IN" sz="2400" dirty="0"/>
              <a:t> </a:t>
            </a:r>
            <a:r>
              <a:rPr lang="en-IN" sz="2000" dirty="0"/>
              <a:t>Who will interact with the system</a:t>
            </a:r>
            <a:r>
              <a:rPr lang="en-IN" sz="2800" dirty="0"/>
              <a:t>.</a:t>
            </a:r>
          </a:p>
          <a:p>
            <a:pPr marL="914400" lvl="1" indent="-457200">
              <a:buFont typeface="Arial" panose="020B0604020202020204" pitchFamily="34" charset="0"/>
              <a:buChar char="•"/>
            </a:pPr>
            <a:r>
              <a:rPr lang="en-IN" sz="2000" dirty="0"/>
              <a:t>Farmer     </a:t>
            </a:r>
          </a:p>
          <a:p>
            <a:pPr marL="914400" lvl="1" indent="-457200">
              <a:buFont typeface="Arial" panose="020B0604020202020204" pitchFamily="34" charset="0"/>
              <a:buChar char="•"/>
            </a:pPr>
            <a:r>
              <a:rPr lang="en-IN" sz="2000" dirty="0"/>
              <a:t>Customer/Buyer</a:t>
            </a:r>
          </a:p>
          <a:p>
            <a:pPr marL="914400" lvl="1" indent="-457200">
              <a:buFont typeface="Arial" panose="020B0604020202020204" pitchFamily="34" charset="0"/>
              <a:buChar char="•"/>
            </a:pPr>
            <a:r>
              <a:rPr lang="en-IN" sz="2000" dirty="0"/>
              <a:t>System Admin</a:t>
            </a:r>
          </a:p>
          <a:p>
            <a:pPr marL="914400" lvl="1" indent="-457200">
              <a:buFont typeface="Arial" panose="020B0604020202020204" pitchFamily="34" charset="0"/>
              <a:buChar char="•"/>
            </a:pPr>
            <a:r>
              <a:rPr lang="en-IN" sz="2000" dirty="0"/>
              <a:t>Godown Manager</a:t>
            </a:r>
          </a:p>
          <a:p>
            <a:pPr marL="914400" lvl="1" indent="-457200">
              <a:buFont typeface="Arial" panose="020B0604020202020204" pitchFamily="34" charset="0"/>
              <a:buChar char="•"/>
            </a:pPr>
            <a:r>
              <a:rPr lang="en-IN" sz="2000" dirty="0"/>
              <a:t>Agricultural Experts</a:t>
            </a:r>
          </a:p>
          <a:p>
            <a:pPr marL="914400" lvl="1" indent="-457200">
              <a:buFont typeface="Arial" panose="020B0604020202020204" pitchFamily="34" charset="0"/>
              <a:buChar char="•"/>
            </a:pPr>
            <a:r>
              <a:rPr lang="en-IN" sz="2000" dirty="0"/>
              <a:t>Delivery person</a:t>
            </a:r>
          </a:p>
        </p:txBody>
      </p:sp>
      <p:sp>
        <p:nvSpPr>
          <p:cNvPr id="9" name="TextBox 8">
            <a:extLst>
              <a:ext uri="{FF2B5EF4-FFF2-40B4-BE49-F238E27FC236}">
                <a16:creationId xmlns:a16="http://schemas.microsoft.com/office/drawing/2014/main" id="{96724D57-5616-2277-3C3E-1B4175159FB0}"/>
              </a:ext>
            </a:extLst>
          </p:cNvPr>
          <p:cNvSpPr txBox="1"/>
          <p:nvPr/>
        </p:nvSpPr>
        <p:spPr>
          <a:xfrm>
            <a:off x="0" y="2243753"/>
            <a:ext cx="6725920" cy="5047536"/>
          </a:xfrm>
          <a:prstGeom prst="rect">
            <a:avLst/>
          </a:prstGeom>
          <a:noFill/>
        </p:spPr>
        <p:txBody>
          <a:bodyPr wrap="square" rtlCol="0">
            <a:spAutoFit/>
          </a:bodyPr>
          <a:lstStyle/>
          <a:p>
            <a:pPr marL="457200" indent="-457200">
              <a:buFont typeface="Wingdings" panose="05000000000000000000" pitchFamily="2" charset="2"/>
              <a:buChar char="q"/>
            </a:pPr>
            <a:r>
              <a:rPr lang="en-IN" sz="2400" b="1" dirty="0"/>
              <a:t>Activities</a:t>
            </a:r>
            <a:r>
              <a:rPr lang="en-IN" sz="2000" dirty="0"/>
              <a:t> </a:t>
            </a:r>
            <a:r>
              <a:rPr lang="en-IN" sz="2400" b="1" dirty="0"/>
              <a:t>:-</a:t>
            </a:r>
            <a:r>
              <a:rPr lang="en-IN" sz="2800" b="1" dirty="0"/>
              <a:t> </a:t>
            </a:r>
            <a:r>
              <a:rPr lang="en-IN" sz="2400" dirty="0"/>
              <a:t>What are done by the users.</a:t>
            </a:r>
          </a:p>
          <a:p>
            <a:pPr lvl="3"/>
            <a:r>
              <a:rPr lang="en-IN" sz="2400" dirty="0"/>
              <a:t>                                </a:t>
            </a:r>
            <a:r>
              <a:rPr lang="en-IN" sz="2400" b="1" dirty="0"/>
              <a:t>System Admin</a:t>
            </a:r>
            <a:endParaRPr lang="en-IN" dirty="0"/>
          </a:p>
          <a:p>
            <a:pPr marL="285750" indent="-285750">
              <a:buFont typeface="Arial" panose="020B0604020202020204" pitchFamily="34" charset="0"/>
              <a:buChar char="•"/>
            </a:pPr>
            <a:r>
              <a:rPr lang="en-IN" dirty="0"/>
              <a:t>Log in</a:t>
            </a:r>
          </a:p>
          <a:p>
            <a:pPr marL="285750" indent="-285750">
              <a:buFont typeface="Arial" panose="020B0604020202020204" pitchFamily="34" charset="0"/>
              <a:buChar char="•"/>
            </a:pPr>
            <a:r>
              <a:rPr lang="en-IN" dirty="0"/>
              <a:t>Manage users</a:t>
            </a:r>
          </a:p>
          <a:p>
            <a:pPr marL="285750" indent="-285750">
              <a:buFont typeface="Arial" panose="020B0604020202020204" pitchFamily="34" charset="0"/>
              <a:buChar char="•"/>
            </a:pPr>
            <a:r>
              <a:rPr lang="en-IN" dirty="0"/>
              <a:t>Approve Farmer Registration</a:t>
            </a:r>
          </a:p>
          <a:p>
            <a:pPr marL="285750" indent="-285750">
              <a:buFont typeface="Arial" panose="020B0604020202020204" pitchFamily="34" charset="0"/>
              <a:buChar char="•"/>
            </a:pPr>
            <a:r>
              <a:rPr lang="en-IN" dirty="0"/>
              <a:t>Analyse Farmer Input Data</a:t>
            </a:r>
          </a:p>
          <a:p>
            <a:pPr marL="285750" indent="-285750">
              <a:buFont typeface="Arial" panose="020B0604020202020204" pitchFamily="34" charset="0"/>
              <a:buChar char="•"/>
            </a:pPr>
            <a:r>
              <a:rPr lang="en-IN" dirty="0"/>
              <a:t>Manage crop &amp; Vegetables database</a:t>
            </a:r>
          </a:p>
          <a:p>
            <a:pPr marL="285750" indent="-285750">
              <a:buFont typeface="Arial" panose="020B0604020202020204" pitchFamily="34" charset="0"/>
              <a:buChar char="•"/>
            </a:pPr>
            <a:r>
              <a:rPr lang="en-IN" dirty="0"/>
              <a:t>Manage Seeds &amp; Fertilizers Database</a:t>
            </a:r>
          </a:p>
          <a:p>
            <a:pPr marL="285750" indent="-285750">
              <a:buFont typeface="Arial" panose="020B0604020202020204" pitchFamily="34" charset="0"/>
              <a:buChar char="•"/>
            </a:pPr>
            <a:r>
              <a:rPr lang="en-IN" dirty="0"/>
              <a:t>Monitor Recommendations</a:t>
            </a:r>
          </a:p>
          <a:p>
            <a:pPr marL="285750" indent="-285750">
              <a:buFont typeface="Arial" panose="020B0604020202020204" pitchFamily="34" charset="0"/>
              <a:buChar char="•"/>
            </a:pPr>
            <a:r>
              <a:rPr lang="en-IN" dirty="0"/>
              <a:t>Monitors orders</a:t>
            </a:r>
          </a:p>
          <a:p>
            <a:pPr marL="285750" indent="-285750">
              <a:buFont typeface="Arial" panose="020B0604020202020204" pitchFamily="34" charset="0"/>
              <a:buChar char="•"/>
            </a:pPr>
            <a:r>
              <a:rPr lang="en-IN" dirty="0"/>
              <a:t>Manage deliveries</a:t>
            </a:r>
          </a:p>
          <a:p>
            <a:pPr marL="285750" indent="-285750">
              <a:buFont typeface="Arial" panose="020B0604020202020204" pitchFamily="34" charset="0"/>
              <a:buChar char="•"/>
            </a:pPr>
            <a:r>
              <a:rPr lang="en-IN" dirty="0"/>
              <a:t>Generate reports</a:t>
            </a:r>
          </a:p>
          <a:p>
            <a:pPr marL="285750" indent="-285750">
              <a:buFont typeface="Arial" panose="020B0604020202020204" pitchFamily="34" charset="0"/>
              <a:buChar char="•"/>
            </a:pPr>
            <a:r>
              <a:rPr lang="en-IN" dirty="0"/>
              <a:t>Manage godown Details</a:t>
            </a:r>
          </a:p>
          <a:p>
            <a:pPr marL="285750" indent="-285750">
              <a:buFont typeface="Arial" panose="020B0604020202020204" pitchFamily="34" charset="0"/>
              <a:buChar char="•"/>
            </a:pPr>
            <a:r>
              <a:rPr lang="en-IN" dirty="0"/>
              <a:t>Maintain System</a:t>
            </a:r>
          </a:p>
          <a:p>
            <a:pPr marL="285750" indent="-285750">
              <a:buFont typeface="Arial" panose="020B0604020202020204" pitchFamily="34" charset="0"/>
              <a:buChar char="•"/>
            </a:pPr>
            <a:r>
              <a:rPr lang="en-IN" dirty="0"/>
              <a:t>Log out</a:t>
            </a:r>
          </a:p>
          <a:p>
            <a:pPr marL="285750" indent="-285750">
              <a:buFont typeface="Arial" panose="020B0604020202020204" pitchFamily="34" charset="0"/>
              <a:buChar char="•"/>
            </a:pPr>
            <a:endParaRPr lang="en-IN" dirty="0"/>
          </a:p>
          <a:p>
            <a:endParaRPr lang="en-IN" dirty="0"/>
          </a:p>
        </p:txBody>
      </p:sp>
    </p:spTree>
    <p:extLst>
      <p:ext uri="{BB962C8B-B14F-4D97-AF65-F5344CB8AC3E}">
        <p14:creationId xmlns:p14="http://schemas.microsoft.com/office/powerpoint/2010/main" val="147352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ED822D-D99E-5684-EF9D-401B6668C67F}"/>
              </a:ext>
            </a:extLst>
          </p:cNvPr>
          <p:cNvSpPr txBox="1"/>
          <p:nvPr/>
        </p:nvSpPr>
        <p:spPr>
          <a:xfrm>
            <a:off x="2024743" y="0"/>
            <a:ext cx="6905897" cy="7478970"/>
          </a:xfrm>
          <a:prstGeom prst="rect">
            <a:avLst/>
          </a:prstGeom>
          <a:noFill/>
        </p:spPr>
        <p:txBody>
          <a:bodyPr wrap="square" rtlCol="0">
            <a:spAutoFit/>
          </a:bodyPr>
          <a:lstStyle/>
          <a:p>
            <a:r>
              <a:rPr lang="en-IN" sz="2400" dirty="0"/>
              <a:t>               </a:t>
            </a:r>
          </a:p>
          <a:p>
            <a:r>
              <a:rPr lang="en-IN" sz="2400" dirty="0"/>
              <a:t>                                  </a:t>
            </a:r>
            <a:r>
              <a:rPr lang="en-IN" sz="2400" b="1" dirty="0"/>
              <a:t>Customer</a:t>
            </a:r>
            <a:endParaRPr lang="en-IN" b="1" dirty="0"/>
          </a:p>
          <a:p>
            <a:pPr marL="285750" indent="-285750">
              <a:buFont typeface="Arial" panose="020B0604020202020204" pitchFamily="34" charset="0"/>
              <a:buChar char="•"/>
            </a:pPr>
            <a:r>
              <a:rPr lang="en-IN" dirty="0"/>
              <a:t>  Resister/Login</a:t>
            </a:r>
          </a:p>
          <a:p>
            <a:pPr marL="285750" indent="-285750">
              <a:buFont typeface="Arial" panose="020B0604020202020204" pitchFamily="34" charset="0"/>
              <a:buChar char="•"/>
            </a:pPr>
            <a:r>
              <a:rPr lang="en-IN" dirty="0"/>
              <a:t>  Search vegetables</a:t>
            </a:r>
          </a:p>
          <a:p>
            <a:pPr marL="285750" indent="-285750">
              <a:buFont typeface="Arial" panose="020B0604020202020204" pitchFamily="34" charset="0"/>
              <a:buChar char="•"/>
            </a:pPr>
            <a:r>
              <a:rPr lang="en-IN" dirty="0"/>
              <a:t>  Place order</a:t>
            </a:r>
          </a:p>
          <a:p>
            <a:pPr marL="285750" indent="-285750">
              <a:buFont typeface="Arial" panose="020B0604020202020204" pitchFamily="34" charset="0"/>
              <a:buChar char="•"/>
            </a:pPr>
            <a:r>
              <a:rPr lang="en-IN" dirty="0"/>
              <a:t>  Make Payment</a:t>
            </a:r>
          </a:p>
          <a:p>
            <a:pPr marL="285750" indent="-285750">
              <a:buFont typeface="Arial" panose="020B0604020202020204" pitchFamily="34" charset="0"/>
              <a:buChar char="•"/>
            </a:pPr>
            <a:r>
              <a:rPr lang="en-IN" dirty="0"/>
              <a:t>  Track delivery</a:t>
            </a:r>
          </a:p>
          <a:p>
            <a:pPr marL="285750" indent="-285750">
              <a:buFont typeface="Arial" panose="020B0604020202020204" pitchFamily="34" charset="0"/>
              <a:buChar char="•"/>
            </a:pPr>
            <a:r>
              <a:rPr lang="en-IN" dirty="0"/>
              <a:t>  Receive Order</a:t>
            </a:r>
          </a:p>
          <a:p>
            <a:pPr marL="285750" indent="-285750">
              <a:buFont typeface="Arial" panose="020B0604020202020204" pitchFamily="34" charset="0"/>
              <a:buChar char="•"/>
            </a:pPr>
            <a:r>
              <a:rPr lang="en-IN" dirty="0"/>
              <a:t>  Give Feedback</a:t>
            </a:r>
          </a:p>
          <a:p>
            <a:r>
              <a:rPr lang="en-IN" sz="2400" dirty="0"/>
              <a:t>   </a:t>
            </a:r>
          </a:p>
          <a:p>
            <a:endParaRPr lang="en-IN" sz="2400" dirty="0"/>
          </a:p>
          <a:p>
            <a:r>
              <a:rPr lang="en-IN" sz="2400" dirty="0"/>
              <a:t>                                    </a:t>
            </a:r>
            <a:r>
              <a:rPr lang="en-IN" sz="2400" b="1" dirty="0"/>
              <a:t>Farmer</a:t>
            </a:r>
            <a:r>
              <a:rPr lang="en-IN" sz="2400" dirty="0"/>
              <a:t>  </a:t>
            </a:r>
          </a:p>
          <a:p>
            <a:pPr marL="342900" indent="-342900">
              <a:buFont typeface="Arial" panose="020B0604020202020204" pitchFamily="34" charset="0"/>
              <a:buChar char="•"/>
            </a:pPr>
            <a:r>
              <a:rPr lang="en-IN" sz="2400" dirty="0"/>
              <a:t>     </a:t>
            </a:r>
            <a:r>
              <a:rPr lang="en-IN" dirty="0"/>
              <a:t>Resister/Login</a:t>
            </a:r>
          </a:p>
          <a:p>
            <a:pPr marL="285750" indent="-285750">
              <a:buFont typeface="Arial" panose="020B0604020202020204" pitchFamily="34" charset="0"/>
              <a:buChar char="•"/>
            </a:pPr>
            <a:r>
              <a:rPr lang="en-IN" dirty="0"/>
              <a:t>       Enter soil  and crop data</a:t>
            </a:r>
          </a:p>
          <a:p>
            <a:pPr marL="285750" indent="-285750">
              <a:buFont typeface="Arial" panose="020B0604020202020204" pitchFamily="34" charset="0"/>
              <a:buChar char="•"/>
            </a:pPr>
            <a:r>
              <a:rPr lang="en-IN" dirty="0"/>
              <a:t>       Get crop recommendations from agricultural Experts</a:t>
            </a:r>
          </a:p>
          <a:p>
            <a:pPr marL="285750" indent="-285750">
              <a:buFont typeface="Arial" panose="020B0604020202020204" pitchFamily="34" charset="0"/>
              <a:buChar char="•"/>
            </a:pPr>
            <a:r>
              <a:rPr lang="en-IN" dirty="0"/>
              <a:t>       View crop details</a:t>
            </a:r>
          </a:p>
          <a:p>
            <a:pPr marL="285750" indent="-285750">
              <a:buFont typeface="Arial" panose="020B0604020202020204" pitchFamily="34" charset="0"/>
              <a:buChar char="•"/>
            </a:pPr>
            <a:r>
              <a:rPr lang="en-IN" dirty="0"/>
              <a:t>       Search Recommended seeds and Fertilizers</a:t>
            </a:r>
          </a:p>
          <a:p>
            <a:pPr marL="285750" indent="-285750">
              <a:buFont typeface="Arial" panose="020B0604020202020204" pitchFamily="34" charset="0"/>
              <a:buChar char="•"/>
            </a:pPr>
            <a:r>
              <a:rPr lang="en-IN" dirty="0"/>
              <a:t>       Place Order</a:t>
            </a:r>
          </a:p>
          <a:p>
            <a:pPr marL="285750" indent="-285750">
              <a:buFont typeface="Arial" panose="020B0604020202020204" pitchFamily="34" charset="0"/>
              <a:buChar char="•"/>
            </a:pPr>
            <a:r>
              <a:rPr lang="en-IN" dirty="0"/>
              <a:t>       Make payment</a:t>
            </a:r>
          </a:p>
          <a:p>
            <a:pPr marL="285750" indent="-285750">
              <a:buFont typeface="Arial" panose="020B0604020202020204" pitchFamily="34" charset="0"/>
              <a:buChar char="•"/>
            </a:pPr>
            <a:r>
              <a:rPr lang="en-IN" dirty="0"/>
              <a:t>       Track Delivery</a:t>
            </a:r>
          </a:p>
          <a:p>
            <a:pPr marL="285750" indent="-285750">
              <a:buFont typeface="Arial" panose="020B0604020202020204" pitchFamily="34" charset="0"/>
              <a:buChar char="•"/>
            </a:pPr>
            <a:r>
              <a:rPr lang="en-IN" dirty="0"/>
              <a:t>       Give Feedback</a:t>
            </a:r>
          </a:p>
          <a:p>
            <a:endParaRPr lang="en-IN" sz="2400" dirty="0"/>
          </a:p>
          <a:p>
            <a:endParaRPr lang="en-IN" sz="2400" dirty="0"/>
          </a:p>
          <a:p>
            <a:endParaRPr lang="en-IN" dirty="0"/>
          </a:p>
        </p:txBody>
      </p:sp>
    </p:spTree>
    <p:extLst>
      <p:ext uri="{BB962C8B-B14F-4D97-AF65-F5344CB8AC3E}">
        <p14:creationId xmlns:p14="http://schemas.microsoft.com/office/powerpoint/2010/main" val="3187711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563F65-0190-C9B6-EE9D-582B1F8DEC1D}"/>
              </a:ext>
            </a:extLst>
          </p:cNvPr>
          <p:cNvSpPr txBox="1"/>
          <p:nvPr/>
        </p:nvSpPr>
        <p:spPr>
          <a:xfrm>
            <a:off x="1007707" y="2645228"/>
            <a:ext cx="7912359" cy="4154984"/>
          </a:xfrm>
          <a:prstGeom prst="rect">
            <a:avLst/>
          </a:prstGeom>
          <a:noFill/>
        </p:spPr>
        <p:txBody>
          <a:bodyPr wrap="square" rtlCol="0">
            <a:spAutoFit/>
          </a:bodyPr>
          <a:lstStyle/>
          <a:p>
            <a:r>
              <a:rPr lang="en-IN" dirty="0"/>
              <a:t>                                                </a:t>
            </a:r>
            <a:r>
              <a:rPr lang="en-IN" sz="2400" b="1" dirty="0"/>
              <a:t>Godown Manager</a:t>
            </a:r>
            <a:endParaRPr lang="en-IN" sz="2800" b="1" dirty="0"/>
          </a:p>
          <a:p>
            <a:endParaRPr lang="en-IN" sz="2800" b="1" dirty="0"/>
          </a:p>
          <a:p>
            <a:pPr marL="342900" indent="-342900">
              <a:buFont typeface="Arial" panose="020B0604020202020204" pitchFamily="34" charset="0"/>
              <a:buChar char="•"/>
            </a:pPr>
            <a:r>
              <a:rPr lang="en-IN" sz="2000" dirty="0"/>
              <a:t>Register/Log in</a:t>
            </a:r>
          </a:p>
          <a:p>
            <a:pPr marL="342900" indent="-342900">
              <a:buFont typeface="Arial" panose="020B0604020202020204" pitchFamily="34" charset="0"/>
              <a:buChar char="•"/>
            </a:pPr>
            <a:r>
              <a:rPr lang="en-IN" sz="2000" dirty="0"/>
              <a:t>View Request</a:t>
            </a:r>
          </a:p>
          <a:p>
            <a:pPr marL="342900" indent="-342900">
              <a:buFont typeface="Arial" panose="020B0604020202020204" pitchFamily="34" charset="0"/>
              <a:buChar char="•"/>
            </a:pPr>
            <a:r>
              <a:rPr lang="en-IN" sz="2000" dirty="0"/>
              <a:t>Check Storage availability</a:t>
            </a:r>
          </a:p>
          <a:p>
            <a:pPr marL="342900" indent="-342900">
              <a:buFont typeface="Arial" panose="020B0604020202020204" pitchFamily="34" charset="0"/>
              <a:buChar char="•"/>
            </a:pPr>
            <a:r>
              <a:rPr lang="en-IN" sz="2000" dirty="0"/>
              <a:t>Notify Farmer</a:t>
            </a:r>
          </a:p>
          <a:p>
            <a:pPr marL="342900" indent="-342900">
              <a:buFont typeface="Arial" panose="020B0604020202020204" pitchFamily="34" charset="0"/>
              <a:buChar char="•"/>
            </a:pPr>
            <a:r>
              <a:rPr lang="en-IN" sz="2000" dirty="0"/>
              <a:t>Receives and Stores Vegetables</a:t>
            </a:r>
          </a:p>
          <a:p>
            <a:pPr marL="342900" indent="-342900">
              <a:buFont typeface="Arial" panose="020B0604020202020204" pitchFamily="34" charset="0"/>
              <a:buChar char="•"/>
            </a:pPr>
            <a:r>
              <a:rPr lang="en-IN" sz="2000" dirty="0"/>
              <a:t>Make Payment</a:t>
            </a:r>
          </a:p>
          <a:p>
            <a:pPr marL="342900" indent="-342900">
              <a:buFont typeface="Arial" panose="020B0604020202020204" pitchFamily="34" charset="0"/>
              <a:buChar char="•"/>
            </a:pPr>
            <a:r>
              <a:rPr lang="en-IN" sz="2000" dirty="0"/>
              <a:t>Record crop details(Type ,Quantity ,Date)</a:t>
            </a:r>
          </a:p>
          <a:p>
            <a:pPr marL="342900" indent="-342900">
              <a:buFont typeface="Arial" panose="020B0604020202020204" pitchFamily="34" charset="0"/>
              <a:buChar char="•"/>
            </a:pPr>
            <a:r>
              <a:rPr lang="en-IN" sz="2000" dirty="0"/>
              <a:t>Monitor Crop condition(Temperature ,Moisture)</a:t>
            </a:r>
          </a:p>
          <a:p>
            <a:pPr marL="342900" indent="-342900">
              <a:buFont typeface="Arial" panose="020B0604020202020204" pitchFamily="34" charset="0"/>
              <a:buChar char="•"/>
            </a:pPr>
            <a:r>
              <a:rPr lang="en-IN" sz="2000" dirty="0"/>
              <a:t>Update Storage Records</a:t>
            </a:r>
          </a:p>
          <a:p>
            <a:endParaRPr lang="en-IN" sz="1600" dirty="0"/>
          </a:p>
          <a:p>
            <a:endParaRPr lang="en-IN" sz="1600" dirty="0"/>
          </a:p>
        </p:txBody>
      </p:sp>
      <p:sp>
        <p:nvSpPr>
          <p:cNvPr id="4" name="TextBox 3">
            <a:extLst>
              <a:ext uri="{FF2B5EF4-FFF2-40B4-BE49-F238E27FC236}">
                <a16:creationId xmlns:a16="http://schemas.microsoft.com/office/drawing/2014/main" id="{281CA1C5-350F-A9A2-718A-CBC002831FD9}"/>
              </a:ext>
            </a:extLst>
          </p:cNvPr>
          <p:cNvSpPr txBox="1"/>
          <p:nvPr/>
        </p:nvSpPr>
        <p:spPr>
          <a:xfrm>
            <a:off x="660141" y="248922"/>
            <a:ext cx="6097554" cy="1631216"/>
          </a:xfrm>
          <a:prstGeom prst="rect">
            <a:avLst/>
          </a:prstGeom>
          <a:noFill/>
        </p:spPr>
        <p:txBody>
          <a:bodyPr wrap="square">
            <a:spAutoFit/>
          </a:bodyPr>
          <a:lstStyle/>
          <a:p>
            <a:pPr marL="285750" indent="-285750">
              <a:buFont typeface="Arial" panose="020B0604020202020204" pitchFamily="34" charset="0"/>
              <a:buChar char="•"/>
            </a:pPr>
            <a:r>
              <a:rPr lang="en-IN" sz="1600" dirty="0"/>
              <a:t>         </a:t>
            </a:r>
            <a:r>
              <a:rPr lang="en-IN" sz="2000" dirty="0"/>
              <a:t>List vegetables for selling to a Godown</a:t>
            </a:r>
          </a:p>
          <a:p>
            <a:pPr marL="285750" indent="-285750">
              <a:buFont typeface="Arial" panose="020B0604020202020204" pitchFamily="34" charset="0"/>
              <a:buChar char="•"/>
            </a:pPr>
            <a:r>
              <a:rPr lang="en-IN" sz="2000" dirty="0"/>
              <a:t>       Send Request to purchase</a:t>
            </a:r>
          </a:p>
          <a:p>
            <a:pPr marL="285750" indent="-285750">
              <a:buFont typeface="Arial" panose="020B0604020202020204" pitchFamily="34" charset="0"/>
              <a:buChar char="•"/>
            </a:pPr>
            <a:r>
              <a:rPr lang="en-IN" sz="2000" dirty="0"/>
              <a:t>       Transport vegetables ,if godown Manager agrees </a:t>
            </a:r>
          </a:p>
          <a:p>
            <a:pPr marL="285750" indent="-285750">
              <a:buFont typeface="Arial" panose="020B0604020202020204" pitchFamily="34" charset="0"/>
              <a:buChar char="•"/>
            </a:pPr>
            <a:r>
              <a:rPr lang="en-IN" sz="2000" dirty="0"/>
              <a:t>       Receive payment</a:t>
            </a:r>
          </a:p>
          <a:p>
            <a:pPr marL="285750" indent="-285750">
              <a:buFont typeface="Arial" panose="020B0604020202020204" pitchFamily="34" charset="0"/>
              <a:buChar char="•"/>
            </a:pPr>
            <a:r>
              <a:rPr lang="en-IN" sz="2000" dirty="0"/>
              <a:t>       Give Feedback</a:t>
            </a:r>
            <a:endParaRPr lang="en-IN" sz="1600" dirty="0"/>
          </a:p>
        </p:txBody>
      </p:sp>
    </p:spTree>
    <p:extLst>
      <p:ext uri="{BB962C8B-B14F-4D97-AF65-F5344CB8AC3E}">
        <p14:creationId xmlns:p14="http://schemas.microsoft.com/office/powerpoint/2010/main" val="2859993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876620-DA58-7292-A70E-D1E15D58AFAC}"/>
              </a:ext>
            </a:extLst>
          </p:cNvPr>
          <p:cNvSpPr txBox="1"/>
          <p:nvPr/>
        </p:nvSpPr>
        <p:spPr>
          <a:xfrm>
            <a:off x="426876" y="0"/>
            <a:ext cx="6097554" cy="2831544"/>
          </a:xfrm>
          <a:prstGeom prst="rect">
            <a:avLst/>
          </a:prstGeom>
          <a:noFill/>
        </p:spPr>
        <p:txBody>
          <a:bodyPr wrap="square">
            <a:spAutoFit/>
          </a:bodyPr>
          <a:lstStyle/>
          <a:p>
            <a:r>
              <a:rPr lang="en-IN" sz="2000" dirty="0"/>
              <a:t> </a:t>
            </a:r>
          </a:p>
          <a:p>
            <a:pPr lvl="4"/>
            <a:r>
              <a:rPr lang="en-IN" sz="2000" b="1" dirty="0"/>
              <a:t>                                   </a:t>
            </a:r>
            <a:r>
              <a:rPr lang="en-IN" sz="2400" b="1" dirty="0"/>
              <a:t>Delivery person</a:t>
            </a:r>
          </a:p>
          <a:p>
            <a:endParaRPr lang="en-IN" sz="2400" dirty="0"/>
          </a:p>
          <a:p>
            <a:pPr marL="342900" indent="-342900">
              <a:buFont typeface="Arial" panose="020B0604020202020204" pitchFamily="34" charset="0"/>
              <a:buChar char="•"/>
            </a:pPr>
            <a:r>
              <a:rPr lang="en-IN" sz="2000" dirty="0"/>
              <a:t>  Register /Log in</a:t>
            </a:r>
          </a:p>
          <a:p>
            <a:pPr marL="342900" indent="-342900">
              <a:buFont typeface="Arial" panose="020B0604020202020204" pitchFamily="34" charset="0"/>
              <a:buChar char="•"/>
            </a:pPr>
            <a:r>
              <a:rPr lang="en-IN" sz="1800" dirty="0"/>
              <a:t>  View Deliveries</a:t>
            </a:r>
            <a:endParaRPr lang="en-IN" sz="2000" dirty="0"/>
          </a:p>
          <a:p>
            <a:pPr marL="342900" indent="-342900">
              <a:buFont typeface="Arial" panose="020B0604020202020204" pitchFamily="34" charset="0"/>
              <a:buChar char="•"/>
            </a:pPr>
            <a:r>
              <a:rPr lang="en-IN" sz="1800" dirty="0"/>
              <a:t> Assign deliveries</a:t>
            </a:r>
          </a:p>
          <a:p>
            <a:pPr marL="342900" indent="-342900">
              <a:buFont typeface="Arial" panose="020B0604020202020204" pitchFamily="34" charset="0"/>
              <a:buChar char="•"/>
            </a:pPr>
            <a:r>
              <a:rPr lang="en-IN" sz="1800" dirty="0"/>
              <a:t> Confirm orders</a:t>
            </a:r>
          </a:p>
          <a:p>
            <a:pPr marL="342900" indent="-342900">
              <a:buFont typeface="Arial" panose="020B0604020202020204" pitchFamily="34" charset="0"/>
              <a:buChar char="•"/>
            </a:pPr>
            <a:r>
              <a:rPr lang="en-IN" sz="1800" dirty="0"/>
              <a:t> Update Delivery Status</a:t>
            </a:r>
          </a:p>
          <a:p>
            <a:pPr marL="342900" indent="-342900">
              <a:buFont typeface="Arial" panose="020B0604020202020204" pitchFamily="34" charset="0"/>
              <a:buChar char="•"/>
            </a:pPr>
            <a:r>
              <a:rPr lang="en-IN" dirty="0"/>
              <a:t> Track Orders</a:t>
            </a:r>
          </a:p>
        </p:txBody>
      </p:sp>
      <p:sp>
        <p:nvSpPr>
          <p:cNvPr id="4" name="TextBox 3">
            <a:extLst>
              <a:ext uri="{FF2B5EF4-FFF2-40B4-BE49-F238E27FC236}">
                <a16:creationId xmlns:a16="http://schemas.microsoft.com/office/drawing/2014/main" id="{7684D581-D020-C563-7985-7AC639545ED6}"/>
              </a:ext>
            </a:extLst>
          </p:cNvPr>
          <p:cNvSpPr txBox="1"/>
          <p:nvPr/>
        </p:nvSpPr>
        <p:spPr>
          <a:xfrm>
            <a:off x="578498" y="3004457"/>
            <a:ext cx="8901404" cy="3046988"/>
          </a:xfrm>
          <a:prstGeom prst="rect">
            <a:avLst/>
          </a:prstGeom>
          <a:noFill/>
        </p:spPr>
        <p:txBody>
          <a:bodyPr wrap="square" rtlCol="0">
            <a:spAutoFit/>
          </a:bodyPr>
          <a:lstStyle/>
          <a:p>
            <a:r>
              <a:rPr lang="en-IN" sz="2400" b="1" dirty="0"/>
              <a:t>                                                         Agricultural Experts</a:t>
            </a:r>
          </a:p>
          <a:p>
            <a:endParaRPr lang="en-IN" sz="2400" dirty="0"/>
          </a:p>
          <a:p>
            <a:pPr marL="342900" indent="-342900">
              <a:buFont typeface="Arial" panose="020B0604020202020204" pitchFamily="34" charset="0"/>
              <a:buChar char="•"/>
            </a:pPr>
            <a:r>
              <a:rPr lang="en-IN" sz="2400" dirty="0"/>
              <a:t>Register /Log in</a:t>
            </a:r>
          </a:p>
          <a:p>
            <a:pPr marL="342900" indent="-342900">
              <a:buFont typeface="Arial" panose="020B0604020202020204" pitchFamily="34" charset="0"/>
              <a:buChar char="•"/>
            </a:pPr>
            <a:r>
              <a:rPr lang="en-IN" sz="2400" dirty="0"/>
              <a:t>Conduct Soil Testing</a:t>
            </a:r>
          </a:p>
          <a:p>
            <a:pPr marL="342900" indent="-342900">
              <a:buFont typeface="Arial" panose="020B0604020202020204" pitchFamily="34" charset="0"/>
              <a:buChar char="•"/>
            </a:pPr>
            <a:r>
              <a:rPr lang="en-IN" sz="2400" dirty="0"/>
              <a:t>Advises Farmer  on crop selection</a:t>
            </a:r>
          </a:p>
          <a:p>
            <a:pPr marL="342900" indent="-342900">
              <a:buFont typeface="Arial" panose="020B0604020202020204" pitchFamily="34" charset="0"/>
              <a:buChar char="•"/>
            </a:pPr>
            <a:r>
              <a:rPr lang="en-IN" sz="2400" dirty="0"/>
              <a:t>Recommends Seeds and fertilizers according to situation</a:t>
            </a:r>
          </a:p>
          <a:p>
            <a:pPr marL="342900" indent="-342900">
              <a:buFont typeface="Arial" panose="020B0604020202020204" pitchFamily="34" charset="0"/>
              <a:buChar char="•"/>
            </a:pPr>
            <a:r>
              <a:rPr lang="en-IN" sz="2400" dirty="0"/>
              <a:t>Suggest pest and disease control methods</a:t>
            </a:r>
          </a:p>
          <a:p>
            <a:pPr marL="342900" indent="-342900">
              <a:buFont typeface="Arial" panose="020B0604020202020204" pitchFamily="34" charset="0"/>
              <a:buChar char="•"/>
            </a:pPr>
            <a:r>
              <a:rPr lang="en-IN" sz="2400" dirty="0"/>
              <a:t>Monitors Crop Growth</a:t>
            </a:r>
          </a:p>
        </p:txBody>
      </p:sp>
    </p:spTree>
    <p:extLst>
      <p:ext uri="{BB962C8B-B14F-4D97-AF65-F5344CB8AC3E}">
        <p14:creationId xmlns:p14="http://schemas.microsoft.com/office/powerpoint/2010/main" val="4044382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92CC41-08F9-5362-C15A-CCD410ED0FF9}"/>
              </a:ext>
            </a:extLst>
          </p:cNvPr>
          <p:cNvSpPr txBox="1"/>
          <p:nvPr/>
        </p:nvSpPr>
        <p:spPr>
          <a:xfrm>
            <a:off x="3695167" y="457200"/>
            <a:ext cx="4777740" cy="461665"/>
          </a:xfrm>
          <a:prstGeom prst="rect">
            <a:avLst/>
          </a:prstGeom>
          <a:noFill/>
        </p:spPr>
        <p:txBody>
          <a:bodyPr wrap="square" rtlCol="0">
            <a:spAutoFit/>
          </a:bodyPr>
          <a:lstStyle/>
          <a:p>
            <a:r>
              <a:rPr lang="en-IN" sz="2400" b="1" dirty="0">
                <a:solidFill>
                  <a:schemeClr val="accent4">
                    <a:lumMod val="75000"/>
                  </a:schemeClr>
                </a:solidFill>
              </a:rPr>
              <a:t>Admin Use Case Diagram</a:t>
            </a:r>
          </a:p>
        </p:txBody>
      </p:sp>
      <p:pic>
        <p:nvPicPr>
          <p:cNvPr id="3" name="Picture 2">
            <a:extLst>
              <a:ext uri="{FF2B5EF4-FFF2-40B4-BE49-F238E27FC236}">
                <a16:creationId xmlns:a16="http://schemas.microsoft.com/office/drawing/2014/main" id="{EAE06543-8608-5755-998B-9151EB6FEE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5223" y="1048512"/>
            <a:ext cx="5115634" cy="5504688"/>
          </a:xfrm>
          <a:prstGeom prst="rect">
            <a:avLst/>
          </a:prstGeom>
        </p:spPr>
      </p:pic>
    </p:spTree>
    <p:extLst>
      <p:ext uri="{BB962C8B-B14F-4D97-AF65-F5344CB8AC3E}">
        <p14:creationId xmlns:p14="http://schemas.microsoft.com/office/powerpoint/2010/main" val="4139053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DBFD7D-F219-83E0-E74C-509091C30611}"/>
              </a:ext>
            </a:extLst>
          </p:cNvPr>
          <p:cNvSpPr txBox="1"/>
          <p:nvPr/>
        </p:nvSpPr>
        <p:spPr>
          <a:xfrm>
            <a:off x="4085166" y="127000"/>
            <a:ext cx="4021667" cy="461665"/>
          </a:xfrm>
          <a:prstGeom prst="rect">
            <a:avLst/>
          </a:prstGeom>
          <a:noFill/>
        </p:spPr>
        <p:txBody>
          <a:bodyPr wrap="square" rtlCol="0">
            <a:spAutoFit/>
          </a:bodyPr>
          <a:lstStyle/>
          <a:p>
            <a:r>
              <a:rPr lang="en-IN" sz="2400" b="1" dirty="0">
                <a:solidFill>
                  <a:schemeClr val="accent4">
                    <a:lumMod val="75000"/>
                  </a:schemeClr>
                </a:solidFill>
              </a:rPr>
              <a:t>Farmer Use case Diagram</a:t>
            </a:r>
          </a:p>
        </p:txBody>
      </p:sp>
      <p:pic>
        <p:nvPicPr>
          <p:cNvPr id="3" name="Picture 2">
            <a:extLst>
              <a:ext uri="{FF2B5EF4-FFF2-40B4-BE49-F238E27FC236}">
                <a16:creationId xmlns:a16="http://schemas.microsoft.com/office/drawing/2014/main" id="{A85E18CF-0765-9216-FCA9-92BB583828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7874" y="765111"/>
            <a:ext cx="4429640" cy="5881914"/>
          </a:xfrm>
          <a:prstGeom prst="rect">
            <a:avLst/>
          </a:prstGeom>
        </p:spPr>
      </p:pic>
    </p:spTree>
    <p:extLst>
      <p:ext uri="{BB962C8B-B14F-4D97-AF65-F5344CB8AC3E}">
        <p14:creationId xmlns:p14="http://schemas.microsoft.com/office/powerpoint/2010/main" val="3947719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3A3B6F-E98D-8D86-6FBE-5805BC04452C}"/>
              </a:ext>
            </a:extLst>
          </p:cNvPr>
          <p:cNvSpPr txBox="1"/>
          <p:nvPr/>
        </p:nvSpPr>
        <p:spPr>
          <a:xfrm>
            <a:off x="4075176" y="257663"/>
            <a:ext cx="4888992" cy="461665"/>
          </a:xfrm>
          <a:prstGeom prst="rect">
            <a:avLst/>
          </a:prstGeom>
          <a:noFill/>
        </p:spPr>
        <p:txBody>
          <a:bodyPr wrap="square" rtlCol="0">
            <a:spAutoFit/>
          </a:bodyPr>
          <a:lstStyle/>
          <a:p>
            <a:r>
              <a:rPr lang="en-IN" sz="2400" b="1" dirty="0">
                <a:solidFill>
                  <a:schemeClr val="accent4">
                    <a:lumMod val="60000"/>
                    <a:lumOff val="40000"/>
                  </a:schemeClr>
                </a:solidFill>
              </a:rPr>
              <a:t>Customer Use Case Diagram</a:t>
            </a:r>
          </a:p>
        </p:txBody>
      </p:sp>
      <p:pic>
        <p:nvPicPr>
          <p:cNvPr id="3" name="Picture 2">
            <a:extLst>
              <a:ext uri="{FF2B5EF4-FFF2-40B4-BE49-F238E27FC236}">
                <a16:creationId xmlns:a16="http://schemas.microsoft.com/office/drawing/2014/main" id="{C865FE69-50AD-CDD7-5CBC-82E11DCC84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9211" y="942392"/>
            <a:ext cx="6031388" cy="5393094"/>
          </a:xfrm>
          <a:prstGeom prst="rect">
            <a:avLst/>
          </a:prstGeom>
        </p:spPr>
      </p:pic>
    </p:spTree>
    <p:extLst>
      <p:ext uri="{BB962C8B-B14F-4D97-AF65-F5344CB8AC3E}">
        <p14:creationId xmlns:p14="http://schemas.microsoft.com/office/powerpoint/2010/main" val="1364134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5135A7-D9E5-6243-6518-D6B5B3849A79}"/>
              </a:ext>
            </a:extLst>
          </p:cNvPr>
          <p:cNvSpPr txBox="1"/>
          <p:nvPr/>
        </p:nvSpPr>
        <p:spPr>
          <a:xfrm>
            <a:off x="3049710" y="287866"/>
            <a:ext cx="5615940" cy="461665"/>
          </a:xfrm>
          <a:prstGeom prst="rect">
            <a:avLst/>
          </a:prstGeom>
          <a:noFill/>
        </p:spPr>
        <p:txBody>
          <a:bodyPr wrap="square" rtlCol="0">
            <a:spAutoFit/>
          </a:bodyPr>
          <a:lstStyle/>
          <a:p>
            <a:r>
              <a:rPr lang="en-IN" sz="2400" b="1" dirty="0">
                <a:solidFill>
                  <a:schemeClr val="accent4">
                    <a:lumMod val="75000"/>
                  </a:schemeClr>
                </a:solidFill>
              </a:rPr>
              <a:t>Agricultural Expert Use Case Diagram</a:t>
            </a:r>
          </a:p>
        </p:txBody>
      </p:sp>
      <p:pic>
        <p:nvPicPr>
          <p:cNvPr id="5" name="Picture 4">
            <a:extLst>
              <a:ext uri="{FF2B5EF4-FFF2-40B4-BE49-F238E27FC236}">
                <a16:creationId xmlns:a16="http://schemas.microsoft.com/office/drawing/2014/main" id="{A81C50A6-A7DD-95F8-EC42-D208070EC0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6669" y="877078"/>
            <a:ext cx="6550090" cy="5693056"/>
          </a:xfrm>
          <a:prstGeom prst="rect">
            <a:avLst/>
          </a:prstGeom>
        </p:spPr>
      </p:pic>
    </p:spTree>
    <p:extLst>
      <p:ext uri="{BB962C8B-B14F-4D97-AF65-F5344CB8AC3E}">
        <p14:creationId xmlns:p14="http://schemas.microsoft.com/office/powerpoint/2010/main" val="2235633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AA1E66D-2E42-327D-AE14-E0A809C92AE7}"/>
              </a:ext>
            </a:extLst>
          </p:cNvPr>
          <p:cNvSpPr txBox="1"/>
          <p:nvPr/>
        </p:nvSpPr>
        <p:spPr>
          <a:xfrm>
            <a:off x="2956560" y="160020"/>
            <a:ext cx="5623559" cy="523220"/>
          </a:xfrm>
          <a:prstGeom prst="rect">
            <a:avLst/>
          </a:prstGeom>
          <a:noFill/>
        </p:spPr>
        <p:txBody>
          <a:bodyPr wrap="square" rtlCol="0">
            <a:spAutoFit/>
          </a:bodyPr>
          <a:lstStyle/>
          <a:p>
            <a:r>
              <a:rPr lang="en-IN" sz="2800" b="1" dirty="0">
                <a:solidFill>
                  <a:schemeClr val="accent4">
                    <a:lumMod val="75000"/>
                  </a:schemeClr>
                </a:solidFill>
              </a:rPr>
              <a:t>Godown Manager Use case Diagram</a:t>
            </a:r>
          </a:p>
        </p:txBody>
      </p:sp>
      <p:pic>
        <p:nvPicPr>
          <p:cNvPr id="3" name="Picture 2">
            <a:extLst>
              <a:ext uri="{FF2B5EF4-FFF2-40B4-BE49-F238E27FC236}">
                <a16:creationId xmlns:a16="http://schemas.microsoft.com/office/drawing/2014/main" id="{36BF7245-7C46-43E6-69AA-403E6F3F53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3240" y="721360"/>
            <a:ext cx="4747260" cy="5857240"/>
          </a:xfrm>
          <a:prstGeom prst="rect">
            <a:avLst/>
          </a:prstGeom>
        </p:spPr>
      </p:pic>
    </p:spTree>
    <p:extLst>
      <p:ext uri="{BB962C8B-B14F-4D97-AF65-F5344CB8AC3E}">
        <p14:creationId xmlns:p14="http://schemas.microsoft.com/office/powerpoint/2010/main" val="3678527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DD06EE-4507-6618-807F-BD18CA19DD16}"/>
              </a:ext>
            </a:extLst>
          </p:cNvPr>
          <p:cNvSpPr txBox="1"/>
          <p:nvPr/>
        </p:nvSpPr>
        <p:spPr>
          <a:xfrm>
            <a:off x="3634740" y="344170"/>
            <a:ext cx="6118860" cy="461665"/>
          </a:xfrm>
          <a:prstGeom prst="rect">
            <a:avLst/>
          </a:prstGeom>
          <a:noFill/>
        </p:spPr>
        <p:txBody>
          <a:bodyPr wrap="square" rtlCol="0">
            <a:spAutoFit/>
          </a:bodyPr>
          <a:lstStyle/>
          <a:p>
            <a:r>
              <a:rPr lang="en-IN" sz="2400" b="1" dirty="0">
                <a:solidFill>
                  <a:schemeClr val="accent4">
                    <a:lumMod val="75000"/>
                  </a:schemeClr>
                </a:solidFill>
              </a:rPr>
              <a:t>Delivery Person Use Case Diagram</a:t>
            </a:r>
          </a:p>
        </p:txBody>
      </p:sp>
      <p:pic>
        <p:nvPicPr>
          <p:cNvPr id="3" name="Picture 2">
            <a:extLst>
              <a:ext uri="{FF2B5EF4-FFF2-40B4-BE49-F238E27FC236}">
                <a16:creationId xmlns:a16="http://schemas.microsoft.com/office/drawing/2014/main" id="{A4410200-47E6-DD30-7086-49FC95D39E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3097" y="805835"/>
            <a:ext cx="4297747" cy="5884214"/>
          </a:xfrm>
          <a:prstGeom prst="rect">
            <a:avLst/>
          </a:prstGeom>
        </p:spPr>
      </p:pic>
    </p:spTree>
    <p:extLst>
      <p:ext uri="{BB962C8B-B14F-4D97-AF65-F5344CB8AC3E}">
        <p14:creationId xmlns:p14="http://schemas.microsoft.com/office/powerpoint/2010/main" val="2079158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ED5093-936C-8DF4-9442-5E0696B746BC}"/>
              </a:ext>
            </a:extLst>
          </p:cNvPr>
          <p:cNvSpPr txBox="1"/>
          <p:nvPr/>
        </p:nvSpPr>
        <p:spPr>
          <a:xfrm>
            <a:off x="3620278" y="139959"/>
            <a:ext cx="4376057" cy="461665"/>
          </a:xfrm>
          <a:prstGeom prst="rect">
            <a:avLst/>
          </a:prstGeom>
          <a:noFill/>
        </p:spPr>
        <p:txBody>
          <a:bodyPr wrap="square" rtlCol="0">
            <a:spAutoFit/>
          </a:bodyPr>
          <a:lstStyle/>
          <a:p>
            <a:r>
              <a:rPr lang="en-IN" sz="2400" b="1" dirty="0">
                <a:solidFill>
                  <a:schemeClr val="accent4">
                    <a:lumMod val="75000"/>
                  </a:schemeClr>
                </a:solidFill>
              </a:rPr>
              <a:t> Admin Activity Diagram</a:t>
            </a:r>
          </a:p>
        </p:txBody>
      </p:sp>
      <p:pic>
        <p:nvPicPr>
          <p:cNvPr id="3" name="Picture 2">
            <a:extLst>
              <a:ext uri="{FF2B5EF4-FFF2-40B4-BE49-F238E27FC236}">
                <a16:creationId xmlns:a16="http://schemas.microsoft.com/office/drawing/2014/main" id="{92DB930F-44C2-0076-8E52-41D65D639C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0277" y="863280"/>
            <a:ext cx="4376057" cy="5994720"/>
          </a:xfrm>
          <a:prstGeom prst="rect">
            <a:avLst/>
          </a:prstGeom>
        </p:spPr>
      </p:pic>
    </p:spTree>
    <p:extLst>
      <p:ext uri="{BB962C8B-B14F-4D97-AF65-F5344CB8AC3E}">
        <p14:creationId xmlns:p14="http://schemas.microsoft.com/office/powerpoint/2010/main" val="1933318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08AA760-9786-A9E2-28B1-790410BE2899}"/>
              </a:ext>
            </a:extLst>
          </p:cNvPr>
          <p:cNvSpPr txBox="1"/>
          <p:nvPr/>
        </p:nvSpPr>
        <p:spPr>
          <a:xfrm>
            <a:off x="3022600" y="84667"/>
            <a:ext cx="4275666" cy="584775"/>
          </a:xfrm>
          <a:prstGeom prst="rect">
            <a:avLst/>
          </a:prstGeom>
          <a:noFill/>
        </p:spPr>
        <p:txBody>
          <a:bodyPr wrap="square" rtlCol="0">
            <a:spAutoFit/>
          </a:bodyPr>
          <a:lstStyle/>
          <a:p>
            <a:r>
              <a:rPr lang="en-IN" sz="3200" b="1" dirty="0">
                <a:solidFill>
                  <a:schemeClr val="accent4">
                    <a:lumMod val="60000"/>
                    <a:lumOff val="40000"/>
                  </a:schemeClr>
                </a:solidFill>
              </a:rPr>
              <a:t>Farmer Activity Diagram</a:t>
            </a:r>
          </a:p>
        </p:txBody>
      </p:sp>
      <p:pic>
        <p:nvPicPr>
          <p:cNvPr id="5" name="Picture 4">
            <a:extLst>
              <a:ext uri="{FF2B5EF4-FFF2-40B4-BE49-F238E27FC236}">
                <a16:creationId xmlns:a16="http://schemas.microsoft.com/office/drawing/2014/main" id="{E840F74C-611C-C16B-D794-CC90B73AF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729" y="867747"/>
            <a:ext cx="3514166" cy="5654973"/>
          </a:xfrm>
          <a:prstGeom prst="rect">
            <a:avLst/>
          </a:prstGeom>
        </p:spPr>
      </p:pic>
    </p:spTree>
    <p:extLst>
      <p:ext uri="{BB962C8B-B14F-4D97-AF65-F5344CB8AC3E}">
        <p14:creationId xmlns:p14="http://schemas.microsoft.com/office/powerpoint/2010/main" val="1312530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2BCB823-6CF9-3505-6C9A-09A84B457C50}"/>
              </a:ext>
            </a:extLst>
          </p:cNvPr>
          <p:cNvSpPr txBox="1"/>
          <p:nvPr/>
        </p:nvSpPr>
        <p:spPr>
          <a:xfrm>
            <a:off x="3578352" y="0"/>
            <a:ext cx="4614672" cy="461665"/>
          </a:xfrm>
          <a:prstGeom prst="rect">
            <a:avLst/>
          </a:prstGeom>
          <a:noFill/>
        </p:spPr>
        <p:txBody>
          <a:bodyPr wrap="square" rtlCol="0">
            <a:spAutoFit/>
          </a:bodyPr>
          <a:lstStyle/>
          <a:p>
            <a:r>
              <a:rPr lang="en-IN" sz="2400" b="1" dirty="0">
                <a:solidFill>
                  <a:schemeClr val="accent4">
                    <a:lumMod val="75000"/>
                  </a:schemeClr>
                </a:solidFill>
              </a:rPr>
              <a:t>Customer Activity Diagram</a:t>
            </a:r>
          </a:p>
        </p:txBody>
      </p:sp>
      <p:pic>
        <p:nvPicPr>
          <p:cNvPr id="5" name="Picture 4">
            <a:extLst>
              <a:ext uri="{FF2B5EF4-FFF2-40B4-BE49-F238E27FC236}">
                <a16:creationId xmlns:a16="http://schemas.microsoft.com/office/drawing/2014/main" id="{7CF56715-4B94-7112-5F79-8BE18B965D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8353" y="653143"/>
            <a:ext cx="4912504" cy="6046237"/>
          </a:xfrm>
          <a:prstGeom prst="rect">
            <a:avLst/>
          </a:prstGeom>
        </p:spPr>
      </p:pic>
    </p:spTree>
    <p:extLst>
      <p:ext uri="{BB962C8B-B14F-4D97-AF65-F5344CB8AC3E}">
        <p14:creationId xmlns:p14="http://schemas.microsoft.com/office/powerpoint/2010/main" val="1504935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FA71AB-F8FF-519F-08C6-8231A538BCF4}"/>
              </a:ext>
            </a:extLst>
          </p:cNvPr>
          <p:cNvSpPr txBox="1"/>
          <p:nvPr/>
        </p:nvSpPr>
        <p:spPr>
          <a:xfrm>
            <a:off x="3340359" y="149290"/>
            <a:ext cx="4935894" cy="461665"/>
          </a:xfrm>
          <a:prstGeom prst="rect">
            <a:avLst/>
          </a:prstGeom>
          <a:noFill/>
        </p:spPr>
        <p:txBody>
          <a:bodyPr wrap="square" rtlCol="0">
            <a:spAutoFit/>
          </a:bodyPr>
          <a:lstStyle/>
          <a:p>
            <a:r>
              <a:rPr lang="en-IN" sz="2400" b="1" dirty="0">
                <a:solidFill>
                  <a:schemeClr val="accent4">
                    <a:lumMod val="75000"/>
                  </a:schemeClr>
                </a:solidFill>
              </a:rPr>
              <a:t>Agricultural Expert Activity Diagram</a:t>
            </a:r>
          </a:p>
        </p:txBody>
      </p:sp>
      <p:pic>
        <p:nvPicPr>
          <p:cNvPr id="5" name="Picture 4">
            <a:extLst>
              <a:ext uri="{FF2B5EF4-FFF2-40B4-BE49-F238E27FC236}">
                <a16:creationId xmlns:a16="http://schemas.microsoft.com/office/drawing/2014/main" id="{562BF3E2-B574-E8C7-3CF2-AE738C1847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4718" y="914400"/>
            <a:ext cx="3554964" cy="5197151"/>
          </a:xfrm>
          <a:prstGeom prst="rect">
            <a:avLst/>
          </a:prstGeom>
        </p:spPr>
      </p:pic>
    </p:spTree>
    <p:extLst>
      <p:ext uri="{BB962C8B-B14F-4D97-AF65-F5344CB8AC3E}">
        <p14:creationId xmlns:p14="http://schemas.microsoft.com/office/powerpoint/2010/main" val="4117140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DC2DAA-909F-77F3-01A8-1DEC2B76C7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7687" y="802433"/>
            <a:ext cx="2434194" cy="6055567"/>
          </a:xfrm>
          <a:prstGeom prst="rect">
            <a:avLst/>
          </a:prstGeom>
        </p:spPr>
      </p:pic>
      <p:sp>
        <p:nvSpPr>
          <p:cNvPr id="4" name="TextBox 3">
            <a:extLst>
              <a:ext uri="{FF2B5EF4-FFF2-40B4-BE49-F238E27FC236}">
                <a16:creationId xmlns:a16="http://schemas.microsoft.com/office/drawing/2014/main" id="{BCCFDD66-145F-D87F-1718-51BCE8C674AB}"/>
              </a:ext>
            </a:extLst>
          </p:cNvPr>
          <p:cNvSpPr txBox="1"/>
          <p:nvPr/>
        </p:nvSpPr>
        <p:spPr>
          <a:xfrm>
            <a:off x="2332653" y="218497"/>
            <a:ext cx="5626359" cy="523220"/>
          </a:xfrm>
          <a:prstGeom prst="rect">
            <a:avLst/>
          </a:prstGeom>
          <a:noFill/>
        </p:spPr>
        <p:txBody>
          <a:bodyPr wrap="square" rtlCol="0">
            <a:spAutoFit/>
          </a:bodyPr>
          <a:lstStyle/>
          <a:p>
            <a:r>
              <a:rPr lang="en-IN" sz="2800" b="1" dirty="0">
                <a:solidFill>
                  <a:schemeClr val="accent4">
                    <a:lumMod val="75000"/>
                  </a:schemeClr>
                </a:solidFill>
              </a:rPr>
              <a:t>Godown Manager Activity Diagram</a:t>
            </a:r>
          </a:p>
        </p:txBody>
      </p:sp>
    </p:spTree>
    <p:extLst>
      <p:ext uri="{BB962C8B-B14F-4D97-AF65-F5344CB8AC3E}">
        <p14:creationId xmlns:p14="http://schemas.microsoft.com/office/powerpoint/2010/main" val="2815958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F764DC-13FE-18BF-3F6B-5EDA3F584D74}"/>
              </a:ext>
            </a:extLst>
          </p:cNvPr>
          <p:cNvSpPr txBox="1"/>
          <p:nvPr/>
        </p:nvSpPr>
        <p:spPr>
          <a:xfrm>
            <a:off x="2509934" y="149289"/>
            <a:ext cx="6111551" cy="584775"/>
          </a:xfrm>
          <a:prstGeom prst="rect">
            <a:avLst/>
          </a:prstGeom>
          <a:noFill/>
        </p:spPr>
        <p:txBody>
          <a:bodyPr wrap="square" rtlCol="0">
            <a:spAutoFit/>
          </a:bodyPr>
          <a:lstStyle/>
          <a:p>
            <a:r>
              <a:rPr lang="en-IN" sz="3200" b="1" dirty="0">
                <a:solidFill>
                  <a:schemeClr val="accent4">
                    <a:lumMod val="75000"/>
                  </a:schemeClr>
                </a:solidFill>
              </a:rPr>
              <a:t>Delivery person Activity Diagram</a:t>
            </a:r>
          </a:p>
        </p:txBody>
      </p:sp>
      <p:pic>
        <p:nvPicPr>
          <p:cNvPr id="4" name="Picture 3">
            <a:extLst>
              <a:ext uri="{FF2B5EF4-FFF2-40B4-BE49-F238E27FC236}">
                <a16:creationId xmlns:a16="http://schemas.microsoft.com/office/drawing/2014/main" id="{4680279D-EB67-EF7B-B846-E939040BC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8653" y="734064"/>
            <a:ext cx="3545633" cy="6123936"/>
          </a:xfrm>
          <a:prstGeom prst="rect">
            <a:avLst/>
          </a:prstGeom>
        </p:spPr>
      </p:pic>
    </p:spTree>
    <p:extLst>
      <p:ext uri="{BB962C8B-B14F-4D97-AF65-F5344CB8AC3E}">
        <p14:creationId xmlns:p14="http://schemas.microsoft.com/office/powerpoint/2010/main" val="2661643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574976-6DF6-BEC3-397B-B700D9FF8ECD}"/>
              </a:ext>
            </a:extLst>
          </p:cNvPr>
          <p:cNvSpPr txBox="1"/>
          <p:nvPr/>
        </p:nvSpPr>
        <p:spPr>
          <a:xfrm>
            <a:off x="3930649" y="177598"/>
            <a:ext cx="4195234" cy="523220"/>
          </a:xfrm>
          <a:prstGeom prst="rect">
            <a:avLst/>
          </a:prstGeom>
          <a:solidFill>
            <a:schemeClr val="accent4">
              <a:lumMod val="60000"/>
              <a:lumOff val="40000"/>
            </a:schemeClr>
          </a:solidFill>
        </p:spPr>
        <p:txBody>
          <a:bodyPr wrap="square" rtlCol="0">
            <a:spAutoFit/>
          </a:bodyPr>
          <a:lstStyle/>
          <a:p>
            <a:r>
              <a:rPr lang="en-US" sz="2800" b="1" dirty="0">
                <a:solidFill>
                  <a:schemeClr val="accent1">
                    <a:lumMod val="60000"/>
                    <a:lumOff val="40000"/>
                  </a:schemeClr>
                </a:solidFill>
              </a:rPr>
              <a:t>Farmer Sequence Diagram</a:t>
            </a:r>
            <a:endParaRPr lang="en-IN" sz="2800" b="1" dirty="0">
              <a:solidFill>
                <a:schemeClr val="accent1">
                  <a:lumMod val="60000"/>
                  <a:lumOff val="40000"/>
                </a:schemeClr>
              </a:solidFill>
            </a:endParaRPr>
          </a:p>
        </p:txBody>
      </p:sp>
      <p:pic>
        <p:nvPicPr>
          <p:cNvPr id="5" name="Picture 4">
            <a:extLst>
              <a:ext uri="{FF2B5EF4-FFF2-40B4-BE49-F238E27FC236}">
                <a16:creationId xmlns:a16="http://schemas.microsoft.com/office/drawing/2014/main" id="{FE27E65C-37B6-FA41-0B81-2CDB6F40CA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9949" y="981173"/>
            <a:ext cx="5594091" cy="5343525"/>
          </a:xfrm>
          <a:prstGeom prst="rect">
            <a:avLst/>
          </a:prstGeom>
        </p:spPr>
      </p:pic>
    </p:spTree>
    <p:extLst>
      <p:ext uri="{BB962C8B-B14F-4D97-AF65-F5344CB8AC3E}">
        <p14:creationId xmlns:p14="http://schemas.microsoft.com/office/powerpoint/2010/main" val="19958123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1476</TotalTime>
  <Words>855</Words>
  <Application>Microsoft Office PowerPoint</Application>
  <PresentationFormat>Widescreen</PresentationFormat>
  <Paragraphs>204</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PRAMOD KUMAR JENA</dc:creator>
  <cp:lastModifiedBy>PRAMOD KUMAR JENA</cp:lastModifiedBy>
  <cp:revision>26</cp:revision>
  <dcterms:created xsi:type="dcterms:W3CDTF">2026-06-03T17:48:02Z</dcterms:created>
  <dcterms:modified xsi:type="dcterms:W3CDTF">2026-06-27T13:05:55Z</dcterms:modified>
</cp:coreProperties>
</file>